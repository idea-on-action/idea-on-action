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3" r:id="rId12"/>
    <p:sldId id="270" r:id="rId13"/>
    <p:sldId id="271" r:id="rId14"/>
  </p:sldIdLst>
  <p:sldSz cx="14630400" cy="8229600"/>
  <p:notesSz cx="8229600" cy="146304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맑은 고딕" panose="020B0503020000020004" pitchFamily="50" charset="-127"/>
      <p:regular r:id="rId20"/>
      <p:bold r:id="rId21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753" userDrawn="1">
          <p15:clr>
            <a:srgbClr val="A4A3A4"/>
          </p15:clr>
        </p15:guide>
        <p15:guide id="2" orient="horz" pos="778" userDrawn="1">
          <p15:clr>
            <a:srgbClr val="A4A3A4"/>
          </p15:clr>
        </p15:guide>
        <p15:guide id="3" pos="8191" userDrawn="1">
          <p15:clr>
            <a:srgbClr val="A4A3A4"/>
          </p15:clr>
        </p15:guide>
        <p15:guide id="4" pos="8508" userDrawn="1">
          <p15:clr>
            <a:srgbClr val="A4A3A4"/>
          </p15:clr>
        </p15:guide>
        <p15:guide id="5" orient="horz" pos="50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5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Objects="1">
      <p:cViewPr varScale="1">
        <p:scale>
          <a:sx n="79" d="100"/>
          <a:sy n="79" d="100"/>
        </p:scale>
        <p:origin x="1116" y="294"/>
      </p:cViewPr>
      <p:guideLst>
        <p:guide pos="753"/>
        <p:guide orient="horz" pos="778"/>
        <p:guide pos="8191"/>
        <p:guide pos="8508"/>
        <p:guide orient="horz" pos="50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57B48D-87C1-4D62-97AB-E9635484D09F}" type="doc">
      <dgm:prSet loTypeId="urn:microsoft.com/office/officeart/2008/layout/LinedList" loCatId="list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pPr latinLnBrk="1"/>
          <a:endParaRPr lang="ko-KR" altLang="en-US"/>
        </a:p>
      </dgm:t>
    </dgm:pt>
    <dgm:pt modelId="{9ECDE16C-6C75-4739-B0EC-A0BF1A44D89B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(1) 상호명</a:t>
          </a:r>
          <a:endParaRPr lang="ko-KR" altLang="en-US"/>
        </a:p>
      </dgm:t>
    </dgm:pt>
    <dgm:pt modelId="{B5056AF3-C300-4275-8FDF-BD1B72036FEA}" type="parTrans" cxnId="{058EB716-A631-4337-B3B7-519E9473F7C4}">
      <dgm:prSet/>
      <dgm:spPr/>
      <dgm:t>
        <a:bodyPr/>
        <a:lstStyle/>
        <a:p>
          <a:pPr latinLnBrk="1"/>
          <a:endParaRPr lang="ko-KR" altLang="en-US"/>
        </a:p>
      </dgm:t>
    </dgm:pt>
    <dgm:pt modelId="{4B5D903F-B145-46AF-A43B-1B896254D29A}" type="sibTrans" cxnId="{058EB716-A631-4337-B3B7-519E9473F7C4}">
      <dgm:prSet/>
      <dgm:spPr/>
      <dgm:t>
        <a:bodyPr/>
        <a:lstStyle/>
        <a:p>
          <a:pPr latinLnBrk="1"/>
          <a:endParaRPr lang="ko-KR" altLang="en-US"/>
        </a:p>
      </dgm:t>
    </dgm:pt>
    <dgm:pt modelId="{E587F753-7AE4-4010-816C-7D68B623B8BC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(3) URL</a:t>
          </a:r>
          <a:endParaRPr lang="ko-KR" altLang="en-US"/>
        </a:p>
      </dgm:t>
    </dgm:pt>
    <dgm:pt modelId="{0C05E710-F374-479C-93A8-A878B2CE2D7D}" type="parTrans" cxnId="{8F7E5C3C-A8F3-4145-80D8-203D3E652D56}">
      <dgm:prSet/>
      <dgm:spPr/>
      <dgm:t>
        <a:bodyPr/>
        <a:lstStyle/>
        <a:p>
          <a:pPr latinLnBrk="1"/>
          <a:endParaRPr lang="ko-KR" altLang="en-US"/>
        </a:p>
      </dgm:t>
    </dgm:pt>
    <dgm:pt modelId="{73931A28-97EE-4E7D-9EC7-6FD770E4CCE9}" type="sibTrans" cxnId="{8F7E5C3C-A8F3-4145-80D8-203D3E652D56}">
      <dgm:prSet/>
      <dgm:spPr/>
      <dgm:t>
        <a:bodyPr/>
        <a:lstStyle/>
        <a:p>
          <a:pPr latinLnBrk="1"/>
          <a:endParaRPr lang="ko-KR" altLang="en-US"/>
        </a:p>
      </dgm:t>
    </dgm:pt>
    <dgm:pt modelId="{77655916-620F-48C2-BE45-79C3E0F6F599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(4) 테스트 ID</a:t>
          </a:r>
          <a:endParaRPr lang="ko-KR" altLang="en-US"/>
        </a:p>
      </dgm:t>
    </dgm:pt>
    <dgm:pt modelId="{210711B7-CE1D-4693-BC48-5020D74A36A3}" type="parTrans" cxnId="{0022909D-07C3-4346-BBE9-3929A534DA02}">
      <dgm:prSet/>
      <dgm:spPr/>
      <dgm:t>
        <a:bodyPr/>
        <a:lstStyle/>
        <a:p>
          <a:pPr latinLnBrk="1"/>
          <a:endParaRPr lang="ko-KR" altLang="en-US"/>
        </a:p>
      </dgm:t>
    </dgm:pt>
    <dgm:pt modelId="{3581264F-2B63-41DE-B098-D3CF5B88B194}" type="sibTrans" cxnId="{0022909D-07C3-4346-BBE9-3929A534DA02}">
      <dgm:prSet/>
      <dgm:spPr/>
      <dgm:t>
        <a:bodyPr/>
        <a:lstStyle/>
        <a:p>
          <a:pPr latinLnBrk="1"/>
          <a:endParaRPr lang="ko-KR" altLang="en-US"/>
        </a:p>
      </dgm:t>
    </dgm:pt>
    <dgm:pt modelId="{BADD359B-2F96-4587-B300-B33235F3789E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(5) 테스트 PW</a:t>
          </a:r>
          <a:endParaRPr lang="ko-KR" altLang="en-US"/>
        </a:p>
      </dgm:t>
    </dgm:pt>
    <dgm:pt modelId="{6C6D375A-0905-46E7-8FB4-CA43DBAC06BE}" type="parTrans" cxnId="{F80E1004-D56B-4C96-AE3C-2416B323AF08}">
      <dgm:prSet/>
      <dgm:spPr/>
      <dgm:t>
        <a:bodyPr/>
        <a:lstStyle/>
        <a:p>
          <a:pPr latinLnBrk="1"/>
          <a:endParaRPr lang="ko-KR" altLang="en-US"/>
        </a:p>
      </dgm:t>
    </dgm:pt>
    <dgm:pt modelId="{75B2E275-3C15-4932-BEB0-DCB9E6CCAA88}" type="sibTrans" cxnId="{F80E1004-D56B-4C96-AE3C-2416B323AF08}">
      <dgm:prSet/>
      <dgm:spPr/>
      <dgm:t>
        <a:bodyPr/>
        <a:lstStyle/>
        <a:p>
          <a:pPr latinLnBrk="1"/>
          <a:endParaRPr lang="ko-KR" altLang="en-US"/>
        </a:p>
      </dgm:t>
    </dgm:pt>
    <dgm:pt modelId="{295DBC9C-5F2C-417D-8130-2F2AA2D6405C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(2) 사업자번호</a:t>
          </a:r>
          <a:endParaRPr lang="ko-KR" altLang="en-US"/>
        </a:p>
      </dgm:t>
    </dgm:pt>
    <dgm:pt modelId="{9A32FEFC-1561-4304-8419-43A43C54ACC0}" type="parTrans" cxnId="{03349857-9330-48A4-923D-82594FBB330D}">
      <dgm:prSet/>
      <dgm:spPr/>
      <dgm:t>
        <a:bodyPr/>
        <a:lstStyle/>
        <a:p>
          <a:pPr latinLnBrk="1"/>
          <a:endParaRPr lang="ko-KR" altLang="en-US"/>
        </a:p>
      </dgm:t>
    </dgm:pt>
    <dgm:pt modelId="{86C51892-5E40-41A3-B299-7C61F0CD49D7}" type="sibTrans" cxnId="{03349857-9330-48A4-923D-82594FBB330D}">
      <dgm:prSet/>
      <dgm:spPr/>
      <dgm:t>
        <a:bodyPr/>
        <a:lstStyle/>
        <a:p>
          <a:pPr latinLnBrk="1"/>
          <a:endParaRPr lang="ko-KR" altLang="en-US"/>
        </a:p>
      </dgm:t>
    </dgm:pt>
    <dgm:pt modelId="{36557147-3CD5-4F89-9C24-0731EEFDCCF2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Consolas" pitchFamily="34" charset="0"/>
              <a:ea typeface="Consolas" pitchFamily="34" charset="-122"/>
              <a:cs typeface="Consolas" pitchFamily="34" charset="-120"/>
            </a:rPr>
            <a:t>생각과 행동 (IDEA on Action)</a:t>
          </a:r>
          <a:endParaRPr lang="ko-KR" altLang="en-US"/>
        </a:p>
      </dgm:t>
    </dgm:pt>
    <dgm:pt modelId="{B22CE2B1-B0D9-4E6E-AEB0-A81ADFD73B73}" type="parTrans" cxnId="{6CA0F82C-DA1A-4A57-AFB1-878AA986D08D}">
      <dgm:prSet/>
      <dgm:spPr/>
      <dgm:t>
        <a:bodyPr/>
        <a:lstStyle/>
        <a:p>
          <a:pPr latinLnBrk="1"/>
          <a:endParaRPr lang="ko-KR" altLang="en-US"/>
        </a:p>
      </dgm:t>
    </dgm:pt>
    <dgm:pt modelId="{0F03D0BD-CA4C-4728-BC12-8C0416BBEBED}" type="sibTrans" cxnId="{6CA0F82C-DA1A-4A57-AFB1-878AA986D08D}">
      <dgm:prSet/>
      <dgm:spPr/>
      <dgm:t>
        <a:bodyPr/>
        <a:lstStyle/>
        <a:p>
          <a:pPr latinLnBrk="1"/>
          <a:endParaRPr lang="ko-KR" altLang="en-US"/>
        </a:p>
      </dgm:t>
    </dgm:pt>
    <dgm:pt modelId="{29C2FB01-FE17-44B5-B6CB-A4CD5D41E7CE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Consolas" pitchFamily="34" charset="0"/>
              <a:ea typeface="Consolas" pitchFamily="34" charset="-122"/>
              <a:cs typeface="Consolas" pitchFamily="34" charset="-120"/>
            </a:rPr>
            <a:t>537-05-01511</a:t>
          </a:r>
          <a:endParaRPr lang="ko-KR" altLang="en-US"/>
        </a:p>
      </dgm:t>
    </dgm:pt>
    <dgm:pt modelId="{7A94A6D3-8662-4322-AEF1-48F370F825C3}" type="parTrans" cxnId="{617A0866-7ADB-44F3-A3CF-E7B24455F41F}">
      <dgm:prSet/>
      <dgm:spPr/>
      <dgm:t>
        <a:bodyPr/>
        <a:lstStyle/>
        <a:p>
          <a:pPr latinLnBrk="1"/>
          <a:endParaRPr lang="ko-KR" altLang="en-US"/>
        </a:p>
      </dgm:t>
    </dgm:pt>
    <dgm:pt modelId="{D0762A48-1277-4239-9B93-67DBE8828F1A}" type="sibTrans" cxnId="{617A0866-7ADB-44F3-A3CF-E7B24455F41F}">
      <dgm:prSet/>
      <dgm:spPr/>
      <dgm:t>
        <a:bodyPr/>
        <a:lstStyle/>
        <a:p>
          <a:pPr latinLnBrk="1"/>
          <a:endParaRPr lang="ko-KR" altLang="en-US"/>
        </a:p>
      </dgm:t>
    </dgm:pt>
    <dgm:pt modelId="{7865E7D3-5878-45F4-9EA6-DA4C72F09B98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Consolas" pitchFamily="34" charset="0"/>
              <a:ea typeface="Consolas" pitchFamily="34" charset="-122"/>
              <a:cs typeface="Consolas" pitchFamily="34" charset="-120"/>
            </a:rPr>
            <a:t>https://www.ideaonaction.ai</a:t>
          </a:r>
          <a:endParaRPr lang="ko-KR" altLang="en-US"/>
        </a:p>
      </dgm:t>
    </dgm:pt>
    <dgm:pt modelId="{5B728F0C-8791-4E83-BB25-33AABBAA3F67}" type="parTrans" cxnId="{68FDD857-80A4-48C9-918D-D5F973C7F717}">
      <dgm:prSet/>
      <dgm:spPr/>
      <dgm:t>
        <a:bodyPr/>
        <a:lstStyle/>
        <a:p>
          <a:pPr latinLnBrk="1"/>
          <a:endParaRPr lang="ko-KR" altLang="en-US"/>
        </a:p>
      </dgm:t>
    </dgm:pt>
    <dgm:pt modelId="{41647F0A-717B-4975-B112-405A3831849B}" type="sibTrans" cxnId="{68FDD857-80A4-48C9-918D-D5F973C7F717}">
      <dgm:prSet/>
      <dgm:spPr/>
      <dgm:t>
        <a:bodyPr/>
        <a:lstStyle/>
        <a:p>
          <a:pPr latinLnBrk="1"/>
          <a:endParaRPr lang="ko-KR" altLang="en-US"/>
        </a:p>
      </dgm:t>
    </dgm:pt>
    <dgm:pt modelId="{3853F575-21F8-4B4D-8DF2-76A8A60CE552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Consolas" pitchFamily="34" charset="0"/>
              <a:ea typeface="Consolas" pitchFamily="34" charset="-122"/>
              <a:cs typeface="Consolas" pitchFamily="34" charset="-120"/>
            </a:rPr>
            <a:t>toss-review@ideaonaction.ai</a:t>
          </a:r>
          <a:endParaRPr lang="ko-KR" altLang="en-US"/>
        </a:p>
      </dgm:t>
    </dgm:pt>
    <dgm:pt modelId="{7515933B-C844-4781-9A43-C7B028CB61E6}" type="parTrans" cxnId="{C0D78473-B15C-4242-B924-562B55247A5D}">
      <dgm:prSet/>
      <dgm:spPr/>
      <dgm:t>
        <a:bodyPr/>
        <a:lstStyle/>
        <a:p>
          <a:pPr latinLnBrk="1"/>
          <a:endParaRPr lang="ko-KR" altLang="en-US"/>
        </a:p>
      </dgm:t>
    </dgm:pt>
    <dgm:pt modelId="{046856C4-9E8F-4BBF-9A25-03BFF9C1C10C}" type="sibTrans" cxnId="{C0D78473-B15C-4242-B924-562B55247A5D}">
      <dgm:prSet/>
      <dgm:spPr/>
      <dgm:t>
        <a:bodyPr/>
        <a:lstStyle/>
        <a:p>
          <a:pPr latinLnBrk="1"/>
          <a:endParaRPr lang="ko-KR" altLang="en-US"/>
        </a:p>
      </dgm:t>
    </dgm:pt>
    <dgm:pt modelId="{1043160C-B8E1-4C46-A003-08F69C9A2920}">
      <dgm:prSet phldrT="[텍스트]"/>
      <dgm:spPr/>
      <dgm:t>
        <a:bodyPr/>
        <a:lstStyle/>
        <a:p>
          <a:pPr latinLnBrk="1">
            <a:buNone/>
          </a:pPr>
          <a:r>
            <a:rPr lang="en-US">
              <a:latin typeface="Consolas" pitchFamily="34" charset="0"/>
              <a:ea typeface="Consolas" pitchFamily="34" charset="-122"/>
              <a:cs typeface="Consolas" pitchFamily="34" charset="-120"/>
            </a:rPr>
            <a:t>TossReview2025!</a:t>
          </a:r>
          <a:endParaRPr lang="ko-KR" altLang="en-US"/>
        </a:p>
      </dgm:t>
    </dgm:pt>
    <dgm:pt modelId="{5CA476A4-E528-4672-B354-75DEAE1708FA}" type="parTrans" cxnId="{FBD567FC-A137-453F-83B5-1015FCFBF186}">
      <dgm:prSet/>
      <dgm:spPr/>
      <dgm:t>
        <a:bodyPr/>
        <a:lstStyle/>
        <a:p>
          <a:pPr latinLnBrk="1"/>
          <a:endParaRPr lang="ko-KR" altLang="en-US"/>
        </a:p>
      </dgm:t>
    </dgm:pt>
    <dgm:pt modelId="{FD9549E7-7F4D-4B1E-A7A6-FBF0B048290D}" type="sibTrans" cxnId="{FBD567FC-A137-453F-83B5-1015FCFBF186}">
      <dgm:prSet/>
      <dgm:spPr/>
      <dgm:t>
        <a:bodyPr/>
        <a:lstStyle/>
        <a:p>
          <a:pPr latinLnBrk="1"/>
          <a:endParaRPr lang="ko-KR" altLang="en-US"/>
        </a:p>
      </dgm:t>
    </dgm:pt>
    <dgm:pt modelId="{EC8CDDAA-D45A-4342-BCBC-750333B4AC4E}" type="pres">
      <dgm:prSet presAssocID="{A157B48D-87C1-4D62-97AB-E9635484D09F}" presName="vert0" presStyleCnt="0">
        <dgm:presLayoutVars>
          <dgm:dir/>
          <dgm:animOne val="branch"/>
          <dgm:animLvl val="lvl"/>
        </dgm:presLayoutVars>
      </dgm:prSet>
      <dgm:spPr/>
    </dgm:pt>
    <dgm:pt modelId="{856390FA-CD44-4E0B-A679-A87DCE76C809}" type="pres">
      <dgm:prSet presAssocID="{9ECDE16C-6C75-4739-B0EC-A0BF1A44D89B}" presName="thickLine" presStyleLbl="alignNode1" presStyleIdx="0" presStyleCnt="5"/>
      <dgm:spPr/>
    </dgm:pt>
    <dgm:pt modelId="{BE82ECBF-D433-42B7-96CC-2E1F26CEEC2A}" type="pres">
      <dgm:prSet presAssocID="{9ECDE16C-6C75-4739-B0EC-A0BF1A44D89B}" presName="horz1" presStyleCnt="0"/>
      <dgm:spPr/>
    </dgm:pt>
    <dgm:pt modelId="{2A3233A9-4040-4F93-B1C3-1488A283B9A9}" type="pres">
      <dgm:prSet presAssocID="{9ECDE16C-6C75-4739-B0EC-A0BF1A44D89B}" presName="tx1" presStyleLbl="revTx" presStyleIdx="0" presStyleCnt="10"/>
      <dgm:spPr/>
    </dgm:pt>
    <dgm:pt modelId="{B513ACDC-3154-4678-B3A4-65FAB2389734}" type="pres">
      <dgm:prSet presAssocID="{9ECDE16C-6C75-4739-B0EC-A0BF1A44D89B}" presName="vert1" presStyleCnt="0"/>
      <dgm:spPr/>
    </dgm:pt>
    <dgm:pt modelId="{D75D9A94-BE63-486B-9403-50E1BB5997F9}" type="pres">
      <dgm:prSet presAssocID="{36557147-3CD5-4F89-9C24-0731EEFDCCF2}" presName="vertSpace2a" presStyleCnt="0"/>
      <dgm:spPr/>
    </dgm:pt>
    <dgm:pt modelId="{33F0E37B-E8C8-41D2-AEA0-AF63DE9D0209}" type="pres">
      <dgm:prSet presAssocID="{36557147-3CD5-4F89-9C24-0731EEFDCCF2}" presName="horz2" presStyleCnt="0"/>
      <dgm:spPr/>
    </dgm:pt>
    <dgm:pt modelId="{88DACA42-D85F-454A-84B5-551CA24C8BC3}" type="pres">
      <dgm:prSet presAssocID="{36557147-3CD5-4F89-9C24-0731EEFDCCF2}" presName="horzSpace2" presStyleCnt="0"/>
      <dgm:spPr/>
    </dgm:pt>
    <dgm:pt modelId="{97C951B7-BDEE-408E-A0DE-CD1533D6ED68}" type="pres">
      <dgm:prSet presAssocID="{36557147-3CD5-4F89-9C24-0731EEFDCCF2}" presName="tx2" presStyleLbl="revTx" presStyleIdx="1" presStyleCnt="10"/>
      <dgm:spPr/>
    </dgm:pt>
    <dgm:pt modelId="{F0D4D1E2-3D61-43A5-A989-08388F16F4D0}" type="pres">
      <dgm:prSet presAssocID="{36557147-3CD5-4F89-9C24-0731EEFDCCF2}" presName="vert2" presStyleCnt="0"/>
      <dgm:spPr/>
    </dgm:pt>
    <dgm:pt modelId="{6E424D60-7415-4E63-A1A6-41CFE9DF71D9}" type="pres">
      <dgm:prSet presAssocID="{36557147-3CD5-4F89-9C24-0731EEFDCCF2}" presName="thinLine2b" presStyleLbl="callout" presStyleIdx="0" presStyleCnt="5"/>
      <dgm:spPr/>
    </dgm:pt>
    <dgm:pt modelId="{70D6722F-0197-4604-82BC-EDF183639C7E}" type="pres">
      <dgm:prSet presAssocID="{36557147-3CD5-4F89-9C24-0731EEFDCCF2}" presName="vertSpace2b" presStyleCnt="0"/>
      <dgm:spPr/>
    </dgm:pt>
    <dgm:pt modelId="{E10D590F-00DA-4857-9519-0F1C829244BC}" type="pres">
      <dgm:prSet presAssocID="{295DBC9C-5F2C-417D-8130-2F2AA2D6405C}" presName="thickLine" presStyleLbl="alignNode1" presStyleIdx="1" presStyleCnt="5"/>
      <dgm:spPr/>
    </dgm:pt>
    <dgm:pt modelId="{2D4D5B46-BC9C-4A11-8B4E-0CFF2815FCED}" type="pres">
      <dgm:prSet presAssocID="{295DBC9C-5F2C-417D-8130-2F2AA2D6405C}" presName="horz1" presStyleCnt="0"/>
      <dgm:spPr/>
    </dgm:pt>
    <dgm:pt modelId="{CE41B11B-F03C-4FCC-A506-86B09FE59EB4}" type="pres">
      <dgm:prSet presAssocID="{295DBC9C-5F2C-417D-8130-2F2AA2D6405C}" presName="tx1" presStyleLbl="revTx" presStyleIdx="2" presStyleCnt="10"/>
      <dgm:spPr/>
    </dgm:pt>
    <dgm:pt modelId="{A77F3DB3-39EF-49A2-8CF7-C58F68B74CAF}" type="pres">
      <dgm:prSet presAssocID="{295DBC9C-5F2C-417D-8130-2F2AA2D6405C}" presName="vert1" presStyleCnt="0"/>
      <dgm:spPr/>
    </dgm:pt>
    <dgm:pt modelId="{25DA9D33-4314-4A0D-B920-FEFFAE5B8A56}" type="pres">
      <dgm:prSet presAssocID="{29C2FB01-FE17-44B5-B6CB-A4CD5D41E7CE}" presName="vertSpace2a" presStyleCnt="0"/>
      <dgm:spPr/>
    </dgm:pt>
    <dgm:pt modelId="{0A6158FF-6C50-4000-A227-A1636970D19D}" type="pres">
      <dgm:prSet presAssocID="{29C2FB01-FE17-44B5-B6CB-A4CD5D41E7CE}" presName="horz2" presStyleCnt="0"/>
      <dgm:spPr/>
    </dgm:pt>
    <dgm:pt modelId="{E8176B77-8D67-4F73-8FD9-CB21D0B77B22}" type="pres">
      <dgm:prSet presAssocID="{29C2FB01-FE17-44B5-B6CB-A4CD5D41E7CE}" presName="horzSpace2" presStyleCnt="0"/>
      <dgm:spPr/>
    </dgm:pt>
    <dgm:pt modelId="{1EBC1224-637A-42A0-AC31-898B6333C669}" type="pres">
      <dgm:prSet presAssocID="{29C2FB01-FE17-44B5-B6CB-A4CD5D41E7CE}" presName="tx2" presStyleLbl="revTx" presStyleIdx="3" presStyleCnt="10"/>
      <dgm:spPr/>
    </dgm:pt>
    <dgm:pt modelId="{E0FA6072-6210-4134-A221-A2CCA6D5CAF2}" type="pres">
      <dgm:prSet presAssocID="{29C2FB01-FE17-44B5-B6CB-A4CD5D41E7CE}" presName="vert2" presStyleCnt="0"/>
      <dgm:spPr/>
    </dgm:pt>
    <dgm:pt modelId="{C5801A10-76A8-455E-89EB-F41CCCC58E45}" type="pres">
      <dgm:prSet presAssocID="{29C2FB01-FE17-44B5-B6CB-A4CD5D41E7CE}" presName="thinLine2b" presStyleLbl="callout" presStyleIdx="1" presStyleCnt="5"/>
      <dgm:spPr/>
    </dgm:pt>
    <dgm:pt modelId="{66F89965-3BCC-45A6-ADF0-75389E0D379D}" type="pres">
      <dgm:prSet presAssocID="{29C2FB01-FE17-44B5-B6CB-A4CD5D41E7CE}" presName="vertSpace2b" presStyleCnt="0"/>
      <dgm:spPr/>
    </dgm:pt>
    <dgm:pt modelId="{576D0362-120D-4DA6-A728-F6D9EE588AF1}" type="pres">
      <dgm:prSet presAssocID="{E587F753-7AE4-4010-816C-7D68B623B8BC}" presName="thickLine" presStyleLbl="alignNode1" presStyleIdx="2" presStyleCnt="5"/>
      <dgm:spPr/>
    </dgm:pt>
    <dgm:pt modelId="{E26A71AF-05E2-4E5D-8213-B0A094C958A8}" type="pres">
      <dgm:prSet presAssocID="{E587F753-7AE4-4010-816C-7D68B623B8BC}" presName="horz1" presStyleCnt="0"/>
      <dgm:spPr/>
    </dgm:pt>
    <dgm:pt modelId="{431F0863-66B9-4507-9BE4-D2C11EC91B10}" type="pres">
      <dgm:prSet presAssocID="{E587F753-7AE4-4010-816C-7D68B623B8BC}" presName="tx1" presStyleLbl="revTx" presStyleIdx="4" presStyleCnt="10"/>
      <dgm:spPr/>
    </dgm:pt>
    <dgm:pt modelId="{B02E18DA-DA58-4D0A-8F33-E8787F35FC92}" type="pres">
      <dgm:prSet presAssocID="{E587F753-7AE4-4010-816C-7D68B623B8BC}" presName="vert1" presStyleCnt="0"/>
      <dgm:spPr/>
    </dgm:pt>
    <dgm:pt modelId="{775B4E5D-9A2E-4AA4-A628-1DB17493DE66}" type="pres">
      <dgm:prSet presAssocID="{7865E7D3-5878-45F4-9EA6-DA4C72F09B98}" presName="vertSpace2a" presStyleCnt="0"/>
      <dgm:spPr/>
    </dgm:pt>
    <dgm:pt modelId="{C68C42F4-8D2D-4D74-8B8B-1AF736417863}" type="pres">
      <dgm:prSet presAssocID="{7865E7D3-5878-45F4-9EA6-DA4C72F09B98}" presName="horz2" presStyleCnt="0"/>
      <dgm:spPr/>
    </dgm:pt>
    <dgm:pt modelId="{FBAA1656-8FE1-4DD7-8ED6-5F4071F39F5E}" type="pres">
      <dgm:prSet presAssocID="{7865E7D3-5878-45F4-9EA6-DA4C72F09B98}" presName="horzSpace2" presStyleCnt="0"/>
      <dgm:spPr/>
    </dgm:pt>
    <dgm:pt modelId="{65B745CC-4E49-4D68-A636-05179B261D15}" type="pres">
      <dgm:prSet presAssocID="{7865E7D3-5878-45F4-9EA6-DA4C72F09B98}" presName="tx2" presStyleLbl="revTx" presStyleIdx="5" presStyleCnt="10"/>
      <dgm:spPr/>
    </dgm:pt>
    <dgm:pt modelId="{0EBD8AB3-70CD-4E82-BA32-1DC79810AF98}" type="pres">
      <dgm:prSet presAssocID="{7865E7D3-5878-45F4-9EA6-DA4C72F09B98}" presName="vert2" presStyleCnt="0"/>
      <dgm:spPr/>
    </dgm:pt>
    <dgm:pt modelId="{A1D9E4E9-462D-46EF-AD14-DAABB7984878}" type="pres">
      <dgm:prSet presAssocID="{7865E7D3-5878-45F4-9EA6-DA4C72F09B98}" presName="thinLine2b" presStyleLbl="callout" presStyleIdx="2" presStyleCnt="5"/>
      <dgm:spPr/>
    </dgm:pt>
    <dgm:pt modelId="{330B1E48-FF1C-482D-8634-6DC5D8981EA6}" type="pres">
      <dgm:prSet presAssocID="{7865E7D3-5878-45F4-9EA6-DA4C72F09B98}" presName="vertSpace2b" presStyleCnt="0"/>
      <dgm:spPr/>
    </dgm:pt>
    <dgm:pt modelId="{81B5D513-BC4F-43FE-8B54-D09A59764CEB}" type="pres">
      <dgm:prSet presAssocID="{77655916-620F-48C2-BE45-79C3E0F6F599}" presName="thickLine" presStyleLbl="alignNode1" presStyleIdx="3" presStyleCnt="5"/>
      <dgm:spPr/>
    </dgm:pt>
    <dgm:pt modelId="{242222A3-36D1-4B3E-BB1F-30F63A19B6D5}" type="pres">
      <dgm:prSet presAssocID="{77655916-620F-48C2-BE45-79C3E0F6F599}" presName="horz1" presStyleCnt="0"/>
      <dgm:spPr/>
    </dgm:pt>
    <dgm:pt modelId="{929A54A7-D5A7-4EFB-8E72-6077F33AFBCD}" type="pres">
      <dgm:prSet presAssocID="{77655916-620F-48C2-BE45-79C3E0F6F599}" presName="tx1" presStyleLbl="revTx" presStyleIdx="6" presStyleCnt="10"/>
      <dgm:spPr/>
    </dgm:pt>
    <dgm:pt modelId="{C1EE1F64-6E7E-487D-A7AB-D685F805604E}" type="pres">
      <dgm:prSet presAssocID="{77655916-620F-48C2-BE45-79C3E0F6F599}" presName="vert1" presStyleCnt="0"/>
      <dgm:spPr/>
    </dgm:pt>
    <dgm:pt modelId="{6F40E5D7-C03F-45F2-A517-5E394110DFEA}" type="pres">
      <dgm:prSet presAssocID="{3853F575-21F8-4B4D-8DF2-76A8A60CE552}" presName="vertSpace2a" presStyleCnt="0"/>
      <dgm:spPr/>
    </dgm:pt>
    <dgm:pt modelId="{D8C6EB9A-3971-431A-B146-495A3810F0B6}" type="pres">
      <dgm:prSet presAssocID="{3853F575-21F8-4B4D-8DF2-76A8A60CE552}" presName="horz2" presStyleCnt="0"/>
      <dgm:spPr/>
    </dgm:pt>
    <dgm:pt modelId="{6AD4EF44-78FC-41F4-A7D7-51186488E5B6}" type="pres">
      <dgm:prSet presAssocID="{3853F575-21F8-4B4D-8DF2-76A8A60CE552}" presName="horzSpace2" presStyleCnt="0"/>
      <dgm:spPr/>
    </dgm:pt>
    <dgm:pt modelId="{030EAF5D-28C0-4F49-B147-27917E5D6BB8}" type="pres">
      <dgm:prSet presAssocID="{3853F575-21F8-4B4D-8DF2-76A8A60CE552}" presName="tx2" presStyleLbl="revTx" presStyleIdx="7" presStyleCnt="10"/>
      <dgm:spPr/>
    </dgm:pt>
    <dgm:pt modelId="{B8D1309C-A8CB-4048-A877-A3D069E5F51E}" type="pres">
      <dgm:prSet presAssocID="{3853F575-21F8-4B4D-8DF2-76A8A60CE552}" presName="vert2" presStyleCnt="0"/>
      <dgm:spPr/>
    </dgm:pt>
    <dgm:pt modelId="{704BF574-E4E4-4C8C-A772-B0F290DE45F1}" type="pres">
      <dgm:prSet presAssocID="{3853F575-21F8-4B4D-8DF2-76A8A60CE552}" presName="thinLine2b" presStyleLbl="callout" presStyleIdx="3" presStyleCnt="5"/>
      <dgm:spPr/>
    </dgm:pt>
    <dgm:pt modelId="{BD570F91-A6B9-4EA5-ADA5-E2906B9CBB9B}" type="pres">
      <dgm:prSet presAssocID="{3853F575-21F8-4B4D-8DF2-76A8A60CE552}" presName="vertSpace2b" presStyleCnt="0"/>
      <dgm:spPr/>
    </dgm:pt>
    <dgm:pt modelId="{620F1823-998A-4392-9BAF-BC0ED5A2C161}" type="pres">
      <dgm:prSet presAssocID="{BADD359B-2F96-4587-B300-B33235F3789E}" presName="thickLine" presStyleLbl="alignNode1" presStyleIdx="4" presStyleCnt="5"/>
      <dgm:spPr/>
    </dgm:pt>
    <dgm:pt modelId="{3308E1E9-AC0E-45D9-BAF8-305EEC3A8E36}" type="pres">
      <dgm:prSet presAssocID="{BADD359B-2F96-4587-B300-B33235F3789E}" presName="horz1" presStyleCnt="0"/>
      <dgm:spPr/>
    </dgm:pt>
    <dgm:pt modelId="{29A3C686-5319-4666-9903-7292CD1D6E3F}" type="pres">
      <dgm:prSet presAssocID="{BADD359B-2F96-4587-B300-B33235F3789E}" presName="tx1" presStyleLbl="revTx" presStyleIdx="8" presStyleCnt="10"/>
      <dgm:spPr/>
    </dgm:pt>
    <dgm:pt modelId="{3F08D9CF-9C77-40DC-A259-5C25BBE374B3}" type="pres">
      <dgm:prSet presAssocID="{BADD359B-2F96-4587-B300-B33235F3789E}" presName="vert1" presStyleCnt="0"/>
      <dgm:spPr/>
    </dgm:pt>
    <dgm:pt modelId="{BBD55349-18BD-471A-A080-66CD460BDFF1}" type="pres">
      <dgm:prSet presAssocID="{1043160C-B8E1-4C46-A003-08F69C9A2920}" presName="vertSpace2a" presStyleCnt="0"/>
      <dgm:spPr/>
    </dgm:pt>
    <dgm:pt modelId="{4F389E1A-44EE-4E0D-9288-82993C480575}" type="pres">
      <dgm:prSet presAssocID="{1043160C-B8E1-4C46-A003-08F69C9A2920}" presName="horz2" presStyleCnt="0"/>
      <dgm:spPr/>
    </dgm:pt>
    <dgm:pt modelId="{9DEEB6B6-F6B9-4287-81BE-31FCB5EE68C4}" type="pres">
      <dgm:prSet presAssocID="{1043160C-B8E1-4C46-A003-08F69C9A2920}" presName="horzSpace2" presStyleCnt="0"/>
      <dgm:spPr/>
    </dgm:pt>
    <dgm:pt modelId="{827886CF-3B7F-4F23-8612-87439E7522EC}" type="pres">
      <dgm:prSet presAssocID="{1043160C-B8E1-4C46-A003-08F69C9A2920}" presName="tx2" presStyleLbl="revTx" presStyleIdx="9" presStyleCnt="10"/>
      <dgm:spPr/>
    </dgm:pt>
    <dgm:pt modelId="{FF6DC1B0-795C-4569-B96D-E94313AD5E30}" type="pres">
      <dgm:prSet presAssocID="{1043160C-B8E1-4C46-A003-08F69C9A2920}" presName="vert2" presStyleCnt="0"/>
      <dgm:spPr/>
    </dgm:pt>
    <dgm:pt modelId="{74C2AC23-1216-4E55-9FB0-BE414C6B065D}" type="pres">
      <dgm:prSet presAssocID="{1043160C-B8E1-4C46-A003-08F69C9A2920}" presName="thinLine2b" presStyleLbl="callout" presStyleIdx="4" presStyleCnt="5"/>
      <dgm:spPr/>
    </dgm:pt>
    <dgm:pt modelId="{9263CD33-992B-4FB0-9A0C-4E9F768972D0}" type="pres">
      <dgm:prSet presAssocID="{1043160C-B8E1-4C46-A003-08F69C9A2920}" presName="vertSpace2b" presStyleCnt="0"/>
      <dgm:spPr/>
    </dgm:pt>
  </dgm:ptLst>
  <dgm:cxnLst>
    <dgm:cxn modelId="{F80E1004-D56B-4C96-AE3C-2416B323AF08}" srcId="{A157B48D-87C1-4D62-97AB-E9635484D09F}" destId="{BADD359B-2F96-4587-B300-B33235F3789E}" srcOrd="4" destOrd="0" parTransId="{6C6D375A-0905-46E7-8FB4-CA43DBAC06BE}" sibTransId="{75B2E275-3C15-4932-BEB0-DCB9E6CCAA88}"/>
    <dgm:cxn modelId="{3D7E530F-A76E-4F89-9DED-0967D13505A0}" type="presOf" srcId="{36557147-3CD5-4F89-9C24-0731EEFDCCF2}" destId="{97C951B7-BDEE-408E-A0DE-CD1533D6ED68}" srcOrd="0" destOrd="0" presId="urn:microsoft.com/office/officeart/2008/layout/LinedList"/>
    <dgm:cxn modelId="{058EB716-A631-4337-B3B7-519E9473F7C4}" srcId="{A157B48D-87C1-4D62-97AB-E9635484D09F}" destId="{9ECDE16C-6C75-4739-B0EC-A0BF1A44D89B}" srcOrd="0" destOrd="0" parTransId="{B5056AF3-C300-4275-8FDF-BD1B72036FEA}" sibTransId="{4B5D903F-B145-46AF-A43B-1B896254D29A}"/>
    <dgm:cxn modelId="{64AD3B1F-0B41-488A-99E0-FEE85C50E045}" type="presOf" srcId="{295DBC9C-5F2C-417D-8130-2F2AA2D6405C}" destId="{CE41B11B-F03C-4FCC-A506-86B09FE59EB4}" srcOrd="0" destOrd="0" presId="urn:microsoft.com/office/officeart/2008/layout/LinedList"/>
    <dgm:cxn modelId="{B0273729-6DCA-4585-99A6-C296379674A5}" type="presOf" srcId="{77655916-620F-48C2-BE45-79C3E0F6F599}" destId="{929A54A7-D5A7-4EFB-8E72-6077F33AFBCD}" srcOrd="0" destOrd="0" presId="urn:microsoft.com/office/officeart/2008/layout/LinedList"/>
    <dgm:cxn modelId="{6CA0F82C-DA1A-4A57-AFB1-878AA986D08D}" srcId="{9ECDE16C-6C75-4739-B0EC-A0BF1A44D89B}" destId="{36557147-3CD5-4F89-9C24-0731EEFDCCF2}" srcOrd="0" destOrd="0" parTransId="{B22CE2B1-B0D9-4E6E-AEB0-A81ADFD73B73}" sibTransId="{0F03D0BD-CA4C-4728-BC12-8C0416BBEBED}"/>
    <dgm:cxn modelId="{8920613A-17FA-4AC8-9B72-7C01E551FEF5}" type="presOf" srcId="{9ECDE16C-6C75-4739-B0EC-A0BF1A44D89B}" destId="{2A3233A9-4040-4F93-B1C3-1488A283B9A9}" srcOrd="0" destOrd="0" presId="urn:microsoft.com/office/officeart/2008/layout/LinedList"/>
    <dgm:cxn modelId="{8F7E5C3C-A8F3-4145-80D8-203D3E652D56}" srcId="{A157B48D-87C1-4D62-97AB-E9635484D09F}" destId="{E587F753-7AE4-4010-816C-7D68B623B8BC}" srcOrd="2" destOrd="0" parTransId="{0C05E710-F374-479C-93A8-A878B2CE2D7D}" sibTransId="{73931A28-97EE-4E7D-9EC7-6FD770E4CCE9}"/>
    <dgm:cxn modelId="{FC7A5762-5DFD-43C7-B4F7-E1191BD6788C}" type="presOf" srcId="{E587F753-7AE4-4010-816C-7D68B623B8BC}" destId="{431F0863-66B9-4507-9BE4-D2C11EC91B10}" srcOrd="0" destOrd="0" presId="urn:microsoft.com/office/officeart/2008/layout/LinedList"/>
    <dgm:cxn modelId="{617A0866-7ADB-44F3-A3CF-E7B24455F41F}" srcId="{295DBC9C-5F2C-417D-8130-2F2AA2D6405C}" destId="{29C2FB01-FE17-44B5-B6CB-A4CD5D41E7CE}" srcOrd="0" destOrd="0" parTransId="{7A94A6D3-8662-4322-AEF1-48F370F825C3}" sibTransId="{D0762A48-1277-4239-9B93-67DBE8828F1A}"/>
    <dgm:cxn modelId="{C0D78473-B15C-4242-B924-562B55247A5D}" srcId="{77655916-620F-48C2-BE45-79C3E0F6F599}" destId="{3853F575-21F8-4B4D-8DF2-76A8A60CE552}" srcOrd="0" destOrd="0" parTransId="{7515933B-C844-4781-9A43-C7B028CB61E6}" sibTransId="{046856C4-9E8F-4BBF-9A25-03BFF9C1C10C}"/>
    <dgm:cxn modelId="{03349857-9330-48A4-923D-82594FBB330D}" srcId="{A157B48D-87C1-4D62-97AB-E9635484D09F}" destId="{295DBC9C-5F2C-417D-8130-2F2AA2D6405C}" srcOrd="1" destOrd="0" parTransId="{9A32FEFC-1561-4304-8419-43A43C54ACC0}" sibTransId="{86C51892-5E40-41A3-B299-7C61F0CD49D7}"/>
    <dgm:cxn modelId="{68FDD857-80A4-48C9-918D-D5F973C7F717}" srcId="{E587F753-7AE4-4010-816C-7D68B623B8BC}" destId="{7865E7D3-5878-45F4-9EA6-DA4C72F09B98}" srcOrd="0" destOrd="0" parTransId="{5B728F0C-8791-4E83-BB25-33AABBAA3F67}" sibTransId="{41647F0A-717B-4975-B112-405A3831849B}"/>
    <dgm:cxn modelId="{EB5CE999-0A54-4129-9DA2-37373EA16D97}" type="presOf" srcId="{3853F575-21F8-4B4D-8DF2-76A8A60CE552}" destId="{030EAF5D-28C0-4F49-B147-27917E5D6BB8}" srcOrd="0" destOrd="0" presId="urn:microsoft.com/office/officeart/2008/layout/LinedList"/>
    <dgm:cxn modelId="{A334C69A-C517-417B-8EF8-75A37AF8F7F3}" type="presOf" srcId="{29C2FB01-FE17-44B5-B6CB-A4CD5D41E7CE}" destId="{1EBC1224-637A-42A0-AC31-898B6333C669}" srcOrd="0" destOrd="0" presId="urn:microsoft.com/office/officeart/2008/layout/LinedList"/>
    <dgm:cxn modelId="{0022909D-07C3-4346-BBE9-3929A534DA02}" srcId="{A157B48D-87C1-4D62-97AB-E9635484D09F}" destId="{77655916-620F-48C2-BE45-79C3E0F6F599}" srcOrd="3" destOrd="0" parTransId="{210711B7-CE1D-4693-BC48-5020D74A36A3}" sibTransId="{3581264F-2B63-41DE-B098-D3CF5B88B194}"/>
    <dgm:cxn modelId="{A937A8A9-E133-4F67-8C2B-BC173B4FF79A}" type="presOf" srcId="{A157B48D-87C1-4D62-97AB-E9635484D09F}" destId="{EC8CDDAA-D45A-4342-BCBC-750333B4AC4E}" srcOrd="0" destOrd="0" presId="urn:microsoft.com/office/officeart/2008/layout/LinedList"/>
    <dgm:cxn modelId="{E05AAAAB-7985-4BF1-BE17-2D37B9C1DCF2}" type="presOf" srcId="{1043160C-B8E1-4C46-A003-08F69C9A2920}" destId="{827886CF-3B7F-4F23-8612-87439E7522EC}" srcOrd="0" destOrd="0" presId="urn:microsoft.com/office/officeart/2008/layout/LinedList"/>
    <dgm:cxn modelId="{084BFAB5-7E6F-497C-94F0-4016CC18B74A}" type="presOf" srcId="{7865E7D3-5878-45F4-9EA6-DA4C72F09B98}" destId="{65B745CC-4E49-4D68-A636-05179B261D15}" srcOrd="0" destOrd="0" presId="urn:microsoft.com/office/officeart/2008/layout/LinedList"/>
    <dgm:cxn modelId="{372DAFCE-AF46-420C-9A3A-55F6E3533C0E}" type="presOf" srcId="{BADD359B-2F96-4587-B300-B33235F3789E}" destId="{29A3C686-5319-4666-9903-7292CD1D6E3F}" srcOrd="0" destOrd="0" presId="urn:microsoft.com/office/officeart/2008/layout/LinedList"/>
    <dgm:cxn modelId="{FBD567FC-A137-453F-83B5-1015FCFBF186}" srcId="{BADD359B-2F96-4587-B300-B33235F3789E}" destId="{1043160C-B8E1-4C46-A003-08F69C9A2920}" srcOrd="0" destOrd="0" parTransId="{5CA476A4-E528-4672-B354-75DEAE1708FA}" sibTransId="{FD9549E7-7F4D-4B1E-A7A6-FBF0B048290D}"/>
    <dgm:cxn modelId="{19CA362D-4345-4EAB-8EC7-CB1373739228}" type="presParOf" srcId="{EC8CDDAA-D45A-4342-BCBC-750333B4AC4E}" destId="{856390FA-CD44-4E0B-A679-A87DCE76C809}" srcOrd="0" destOrd="0" presId="urn:microsoft.com/office/officeart/2008/layout/LinedList"/>
    <dgm:cxn modelId="{115C9D35-0F9D-42A1-8B8D-DBAD7FB9FC63}" type="presParOf" srcId="{EC8CDDAA-D45A-4342-BCBC-750333B4AC4E}" destId="{BE82ECBF-D433-42B7-96CC-2E1F26CEEC2A}" srcOrd="1" destOrd="0" presId="urn:microsoft.com/office/officeart/2008/layout/LinedList"/>
    <dgm:cxn modelId="{50E127CE-7C38-476C-8CFA-F08E54C88187}" type="presParOf" srcId="{BE82ECBF-D433-42B7-96CC-2E1F26CEEC2A}" destId="{2A3233A9-4040-4F93-B1C3-1488A283B9A9}" srcOrd="0" destOrd="0" presId="urn:microsoft.com/office/officeart/2008/layout/LinedList"/>
    <dgm:cxn modelId="{8966E9FC-1C66-4E83-85C1-6ABCED859A4A}" type="presParOf" srcId="{BE82ECBF-D433-42B7-96CC-2E1F26CEEC2A}" destId="{B513ACDC-3154-4678-B3A4-65FAB2389734}" srcOrd="1" destOrd="0" presId="urn:microsoft.com/office/officeart/2008/layout/LinedList"/>
    <dgm:cxn modelId="{24FD0F48-2A8D-4A68-A79E-98AE72DD8B49}" type="presParOf" srcId="{B513ACDC-3154-4678-B3A4-65FAB2389734}" destId="{D75D9A94-BE63-486B-9403-50E1BB5997F9}" srcOrd="0" destOrd="0" presId="urn:microsoft.com/office/officeart/2008/layout/LinedList"/>
    <dgm:cxn modelId="{F52A035A-290D-4524-B143-F2388E632106}" type="presParOf" srcId="{B513ACDC-3154-4678-B3A4-65FAB2389734}" destId="{33F0E37B-E8C8-41D2-AEA0-AF63DE9D0209}" srcOrd="1" destOrd="0" presId="urn:microsoft.com/office/officeart/2008/layout/LinedList"/>
    <dgm:cxn modelId="{A68A739E-7780-49CF-A34B-B12C418736A6}" type="presParOf" srcId="{33F0E37B-E8C8-41D2-AEA0-AF63DE9D0209}" destId="{88DACA42-D85F-454A-84B5-551CA24C8BC3}" srcOrd="0" destOrd="0" presId="urn:microsoft.com/office/officeart/2008/layout/LinedList"/>
    <dgm:cxn modelId="{4F6B2362-2289-407C-A95E-6EC51763BB9B}" type="presParOf" srcId="{33F0E37B-E8C8-41D2-AEA0-AF63DE9D0209}" destId="{97C951B7-BDEE-408E-A0DE-CD1533D6ED68}" srcOrd="1" destOrd="0" presId="urn:microsoft.com/office/officeart/2008/layout/LinedList"/>
    <dgm:cxn modelId="{BB0B8F47-65C3-413C-96A3-7854A0356CA1}" type="presParOf" srcId="{33F0E37B-E8C8-41D2-AEA0-AF63DE9D0209}" destId="{F0D4D1E2-3D61-43A5-A989-08388F16F4D0}" srcOrd="2" destOrd="0" presId="urn:microsoft.com/office/officeart/2008/layout/LinedList"/>
    <dgm:cxn modelId="{20C8DB25-1D52-42D8-8C4A-3BE9D7CB76AC}" type="presParOf" srcId="{B513ACDC-3154-4678-B3A4-65FAB2389734}" destId="{6E424D60-7415-4E63-A1A6-41CFE9DF71D9}" srcOrd="2" destOrd="0" presId="urn:microsoft.com/office/officeart/2008/layout/LinedList"/>
    <dgm:cxn modelId="{61C7FB3F-E1EE-49B2-B528-CCCF27C6FC98}" type="presParOf" srcId="{B513ACDC-3154-4678-B3A4-65FAB2389734}" destId="{70D6722F-0197-4604-82BC-EDF183639C7E}" srcOrd="3" destOrd="0" presId="urn:microsoft.com/office/officeart/2008/layout/LinedList"/>
    <dgm:cxn modelId="{1DE5EBDA-BC1C-47FB-AA44-2334AB545B6F}" type="presParOf" srcId="{EC8CDDAA-D45A-4342-BCBC-750333B4AC4E}" destId="{E10D590F-00DA-4857-9519-0F1C829244BC}" srcOrd="2" destOrd="0" presId="urn:microsoft.com/office/officeart/2008/layout/LinedList"/>
    <dgm:cxn modelId="{CF6F7882-A146-45D1-83AE-5AED5962DA08}" type="presParOf" srcId="{EC8CDDAA-D45A-4342-BCBC-750333B4AC4E}" destId="{2D4D5B46-BC9C-4A11-8B4E-0CFF2815FCED}" srcOrd="3" destOrd="0" presId="urn:microsoft.com/office/officeart/2008/layout/LinedList"/>
    <dgm:cxn modelId="{921BED2B-6449-4927-BB99-25F13419C6BD}" type="presParOf" srcId="{2D4D5B46-BC9C-4A11-8B4E-0CFF2815FCED}" destId="{CE41B11B-F03C-4FCC-A506-86B09FE59EB4}" srcOrd="0" destOrd="0" presId="urn:microsoft.com/office/officeart/2008/layout/LinedList"/>
    <dgm:cxn modelId="{DC7EE68A-72CB-486C-BFAF-344167253CB1}" type="presParOf" srcId="{2D4D5B46-BC9C-4A11-8B4E-0CFF2815FCED}" destId="{A77F3DB3-39EF-49A2-8CF7-C58F68B74CAF}" srcOrd="1" destOrd="0" presId="urn:microsoft.com/office/officeart/2008/layout/LinedList"/>
    <dgm:cxn modelId="{49611E41-54FF-4DAE-ADF6-8A296082DD0D}" type="presParOf" srcId="{A77F3DB3-39EF-49A2-8CF7-C58F68B74CAF}" destId="{25DA9D33-4314-4A0D-B920-FEFFAE5B8A56}" srcOrd="0" destOrd="0" presId="urn:microsoft.com/office/officeart/2008/layout/LinedList"/>
    <dgm:cxn modelId="{C6A29843-6697-4AAC-8A0B-A7D05D886625}" type="presParOf" srcId="{A77F3DB3-39EF-49A2-8CF7-C58F68B74CAF}" destId="{0A6158FF-6C50-4000-A227-A1636970D19D}" srcOrd="1" destOrd="0" presId="urn:microsoft.com/office/officeart/2008/layout/LinedList"/>
    <dgm:cxn modelId="{E8774307-B741-484C-8BFD-3045418B1A64}" type="presParOf" srcId="{0A6158FF-6C50-4000-A227-A1636970D19D}" destId="{E8176B77-8D67-4F73-8FD9-CB21D0B77B22}" srcOrd="0" destOrd="0" presId="urn:microsoft.com/office/officeart/2008/layout/LinedList"/>
    <dgm:cxn modelId="{5B8E2D97-87E6-4322-BB74-937FD5CFDB52}" type="presParOf" srcId="{0A6158FF-6C50-4000-A227-A1636970D19D}" destId="{1EBC1224-637A-42A0-AC31-898B6333C669}" srcOrd="1" destOrd="0" presId="urn:microsoft.com/office/officeart/2008/layout/LinedList"/>
    <dgm:cxn modelId="{482DAA03-6699-4C40-9376-02395626F6FD}" type="presParOf" srcId="{0A6158FF-6C50-4000-A227-A1636970D19D}" destId="{E0FA6072-6210-4134-A221-A2CCA6D5CAF2}" srcOrd="2" destOrd="0" presId="urn:microsoft.com/office/officeart/2008/layout/LinedList"/>
    <dgm:cxn modelId="{BF21C688-361C-4144-816B-03F90C732C55}" type="presParOf" srcId="{A77F3DB3-39EF-49A2-8CF7-C58F68B74CAF}" destId="{C5801A10-76A8-455E-89EB-F41CCCC58E45}" srcOrd="2" destOrd="0" presId="urn:microsoft.com/office/officeart/2008/layout/LinedList"/>
    <dgm:cxn modelId="{3E50193E-1382-4C2E-B1D3-D4670CA79042}" type="presParOf" srcId="{A77F3DB3-39EF-49A2-8CF7-C58F68B74CAF}" destId="{66F89965-3BCC-45A6-ADF0-75389E0D379D}" srcOrd="3" destOrd="0" presId="urn:microsoft.com/office/officeart/2008/layout/LinedList"/>
    <dgm:cxn modelId="{A035FE08-6C13-4002-9685-6A1151677F66}" type="presParOf" srcId="{EC8CDDAA-D45A-4342-BCBC-750333B4AC4E}" destId="{576D0362-120D-4DA6-A728-F6D9EE588AF1}" srcOrd="4" destOrd="0" presId="urn:microsoft.com/office/officeart/2008/layout/LinedList"/>
    <dgm:cxn modelId="{BDFE033C-0818-4EF7-B186-A989B120F33F}" type="presParOf" srcId="{EC8CDDAA-D45A-4342-BCBC-750333B4AC4E}" destId="{E26A71AF-05E2-4E5D-8213-B0A094C958A8}" srcOrd="5" destOrd="0" presId="urn:microsoft.com/office/officeart/2008/layout/LinedList"/>
    <dgm:cxn modelId="{7D135DED-A6A7-4F51-8CA1-BAC95C998F64}" type="presParOf" srcId="{E26A71AF-05E2-4E5D-8213-B0A094C958A8}" destId="{431F0863-66B9-4507-9BE4-D2C11EC91B10}" srcOrd="0" destOrd="0" presId="urn:microsoft.com/office/officeart/2008/layout/LinedList"/>
    <dgm:cxn modelId="{7EA16AD8-DD5D-49DF-A649-3591C5154C14}" type="presParOf" srcId="{E26A71AF-05E2-4E5D-8213-B0A094C958A8}" destId="{B02E18DA-DA58-4D0A-8F33-E8787F35FC92}" srcOrd="1" destOrd="0" presId="urn:microsoft.com/office/officeart/2008/layout/LinedList"/>
    <dgm:cxn modelId="{F9502D67-A225-44E0-BC99-45BBA0CC59DD}" type="presParOf" srcId="{B02E18DA-DA58-4D0A-8F33-E8787F35FC92}" destId="{775B4E5D-9A2E-4AA4-A628-1DB17493DE66}" srcOrd="0" destOrd="0" presId="urn:microsoft.com/office/officeart/2008/layout/LinedList"/>
    <dgm:cxn modelId="{0E8CEFFE-A577-4A9C-83D4-4133E2ED452D}" type="presParOf" srcId="{B02E18DA-DA58-4D0A-8F33-E8787F35FC92}" destId="{C68C42F4-8D2D-4D74-8B8B-1AF736417863}" srcOrd="1" destOrd="0" presId="urn:microsoft.com/office/officeart/2008/layout/LinedList"/>
    <dgm:cxn modelId="{BA12BBA6-9FF4-4FE0-8A5A-4078D33275F6}" type="presParOf" srcId="{C68C42F4-8D2D-4D74-8B8B-1AF736417863}" destId="{FBAA1656-8FE1-4DD7-8ED6-5F4071F39F5E}" srcOrd="0" destOrd="0" presId="urn:microsoft.com/office/officeart/2008/layout/LinedList"/>
    <dgm:cxn modelId="{7D4E0A9D-C29E-452C-9D9E-B9914C1F2425}" type="presParOf" srcId="{C68C42F4-8D2D-4D74-8B8B-1AF736417863}" destId="{65B745CC-4E49-4D68-A636-05179B261D15}" srcOrd="1" destOrd="0" presId="urn:microsoft.com/office/officeart/2008/layout/LinedList"/>
    <dgm:cxn modelId="{89709D03-350B-4161-8579-FDBEAD028EF6}" type="presParOf" srcId="{C68C42F4-8D2D-4D74-8B8B-1AF736417863}" destId="{0EBD8AB3-70CD-4E82-BA32-1DC79810AF98}" srcOrd="2" destOrd="0" presId="urn:microsoft.com/office/officeart/2008/layout/LinedList"/>
    <dgm:cxn modelId="{ED8718D0-C69C-4A80-B7E5-47F571379C05}" type="presParOf" srcId="{B02E18DA-DA58-4D0A-8F33-E8787F35FC92}" destId="{A1D9E4E9-462D-46EF-AD14-DAABB7984878}" srcOrd="2" destOrd="0" presId="urn:microsoft.com/office/officeart/2008/layout/LinedList"/>
    <dgm:cxn modelId="{889674CE-B42A-4695-84C3-DBCAEE1292A4}" type="presParOf" srcId="{B02E18DA-DA58-4D0A-8F33-E8787F35FC92}" destId="{330B1E48-FF1C-482D-8634-6DC5D8981EA6}" srcOrd="3" destOrd="0" presId="urn:microsoft.com/office/officeart/2008/layout/LinedList"/>
    <dgm:cxn modelId="{52627569-5AD0-4E82-A37C-64665F21A9A4}" type="presParOf" srcId="{EC8CDDAA-D45A-4342-BCBC-750333B4AC4E}" destId="{81B5D513-BC4F-43FE-8B54-D09A59764CEB}" srcOrd="6" destOrd="0" presId="urn:microsoft.com/office/officeart/2008/layout/LinedList"/>
    <dgm:cxn modelId="{F24E2371-E39A-4658-BB43-E1F7F37474B6}" type="presParOf" srcId="{EC8CDDAA-D45A-4342-BCBC-750333B4AC4E}" destId="{242222A3-36D1-4B3E-BB1F-30F63A19B6D5}" srcOrd="7" destOrd="0" presId="urn:microsoft.com/office/officeart/2008/layout/LinedList"/>
    <dgm:cxn modelId="{AEC879A4-E419-431E-ABCE-6D02C299D9DE}" type="presParOf" srcId="{242222A3-36D1-4B3E-BB1F-30F63A19B6D5}" destId="{929A54A7-D5A7-4EFB-8E72-6077F33AFBCD}" srcOrd="0" destOrd="0" presId="urn:microsoft.com/office/officeart/2008/layout/LinedList"/>
    <dgm:cxn modelId="{8B2113E6-15DA-473D-8A24-99D491E2B611}" type="presParOf" srcId="{242222A3-36D1-4B3E-BB1F-30F63A19B6D5}" destId="{C1EE1F64-6E7E-487D-A7AB-D685F805604E}" srcOrd="1" destOrd="0" presId="urn:microsoft.com/office/officeart/2008/layout/LinedList"/>
    <dgm:cxn modelId="{B0AE31F0-D1B9-4C02-9E79-C7019CD08E35}" type="presParOf" srcId="{C1EE1F64-6E7E-487D-A7AB-D685F805604E}" destId="{6F40E5D7-C03F-45F2-A517-5E394110DFEA}" srcOrd="0" destOrd="0" presId="urn:microsoft.com/office/officeart/2008/layout/LinedList"/>
    <dgm:cxn modelId="{290CA7BC-9DF5-42DA-9509-FF4576403BEA}" type="presParOf" srcId="{C1EE1F64-6E7E-487D-A7AB-D685F805604E}" destId="{D8C6EB9A-3971-431A-B146-495A3810F0B6}" srcOrd="1" destOrd="0" presId="urn:microsoft.com/office/officeart/2008/layout/LinedList"/>
    <dgm:cxn modelId="{7B5055E1-E4B4-4EC5-8CB7-11D17F365E77}" type="presParOf" srcId="{D8C6EB9A-3971-431A-B146-495A3810F0B6}" destId="{6AD4EF44-78FC-41F4-A7D7-51186488E5B6}" srcOrd="0" destOrd="0" presId="urn:microsoft.com/office/officeart/2008/layout/LinedList"/>
    <dgm:cxn modelId="{3E659885-D5CA-4A90-89A1-3707BF086592}" type="presParOf" srcId="{D8C6EB9A-3971-431A-B146-495A3810F0B6}" destId="{030EAF5D-28C0-4F49-B147-27917E5D6BB8}" srcOrd="1" destOrd="0" presId="urn:microsoft.com/office/officeart/2008/layout/LinedList"/>
    <dgm:cxn modelId="{87478D5B-1BC1-4915-8362-CBF3600C2B6E}" type="presParOf" srcId="{D8C6EB9A-3971-431A-B146-495A3810F0B6}" destId="{B8D1309C-A8CB-4048-A877-A3D069E5F51E}" srcOrd="2" destOrd="0" presId="urn:microsoft.com/office/officeart/2008/layout/LinedList"/>
    <dgm:cxn modelId="{999AEA50-61CD-44AF-A37A-B5BE2CA2B3D0}" type="presParOf" srcId="{C1EE1F64-6E7E-487D-A7AB-D685F805604E}" destId="{704BF574-E4E4-4C8C-A772-B0F290DE45F1}" srcOrd="2" destOrd="0" presId="urn:microsoft.com/office/officeart/2008/layout/LinedList"/>
    <dgm:cxn modelId="{5D4F2F16-D5E4-4A85-843F-9A62A28274E9}" type="presParOf" srcId="{C1EE1F64-6E7E-487D-A7AB-D685F805604E}" destId="{BD570F91-A6B9-4EA5-ADA5-E2906B9CBB9B}" srcOrd="3" destOrd="0" presId="urn:microsoft.com/office/officeart/2008/layout/LinedList"/>
    <dgm:cxn modelId="{E6C5C577-BBC1-4A5B-B72A-EE7509A01FA3}" type="presParOf" srcId="{EC8CDDAA-D45A-4342-BCBC-750333B4AC4E}" destId="{620F1823-998A-4392-9BAF-BC0ED5A2C161}" srcOrd="8" destOrd="0" presId="urn:microsoft.com/office/officeart/2008/layout/LinedList"/>
    <dgm:cxn modelId="{11C99B67-653F-4EDD-B976-0956925FB880}" type="presParOf" srcId="{EC8CDDAA-D45A-4342-BCBC-750333B4AC4E}" destId="{3308E1E9-AC0E-45D9-BAF8-305EEC3A8E36}" srcOrd="9" destOrd="0" presId="urn:microsoft.com/office/officeart/2008/layout/LinedList"/>
    <dgm:cxn modelId="{B7C82DAC-9325-4A85-B260-769A4412E6C7}" type="presParOf" srcId="{3308E1E9-AC0E-45D9-BAF8-305EEC3A8E36}" destId="{29A3C686-5319-4666-9903-7292CD1D6E3F}" srcOrd="0" destOrd="0" presId="urn:microsoft.com/office/officeart/2008/layout/LinedList"/>
    <dgm:cxn modelId="{EFC2307B-04F1-4164-BC5B-CF529FF3628C}" type="presParOf" srcId="{3308E1E9-AC0E-45D9-BAF8-305EEC3A8E36}" destId="{3F08D9CF-9C77-40DC-A259-5C25BBE374B3}" srcOrd="1" destOrd="0" presId="urn:microsoft.com/office/officeart/2008/layout/LinedList"/>
    <dgm:cxn modelId="{7ED814B5-6DFC-4A4D-BADE-2203EFD0E633}" type="presParOf" srcId="{3F08D9CF-9C77-40DC-A259-5C25BBE374B3}" destId="{BBD55349-18BD-471A-A080-66CD460BDFF1}" srcOrd="0" destOrd="0" presId="urn:microsoft.com/office/officeart/2008/layout/LinedList"/>
    <dgm:cxn modelId="{2423518F-AA9D-4D86-A99E-4B705ABBD294}" type="presParOf" srcId="{3F08D9CF-9C77-40DC-A259-5C25BBE374B3}" destId="{4F389E1A-44EE-4E0D-9288-82993C480575}" srcOrd="1" destOrd="0" presId="urn:microsoft.com/office/officeart/2008/layout/LinedList"/>
    <dgm:cxn modelId="{17F2CFDE-FC46-4B31-9692-6EA41F1CF21E}" type="presParOf" srcId="{4F389E1A-44EE-4E0D-9288-82993C480575}" destId="{9DEEB6B6-F6B9-4287-81BE-31FCB5EE68C4}" srcOrd="0" destOrd="0" presId="urn:microsoft.com/office/officeart/2008/layout/LinedList"/>
    <dgm:cxn modelId="{2A1F1704-7CB0-4154-AA42-41FA52CE61BC}" type="presParOf" srcId="{4F389E1A-44EE-4E0D-9288-82993C480575}" destId="{827886CF-3B7F-4F23-8612-87439E7522EC}" srcOrd="1" destOrd="0" presId="urn:microsoft.com/office/officeart/2008/layout/LinedList"/>
    <dgm:cxn modelId="{A4403EAC-1F71-416F-92B0-960ADB02A08B}" type="presParOf" srcId="{4F389E1A-44EE-4E0D-9288-82993C480575}" destId="{FF6DC1B0-795C-4569-B96D-E94313AD5E30}" srcOrd="2" destOrd="0" presId="urn:microsoft.com/office/officeart/2008/layout/LinedList"/>
    <dgm:cxn modelId="{98575D09-AFEA-437A-B450-92BFBF811668}" type="presParOf" srcId="{3F08D9CF-9C77-40DC-A259-5C25BBE374B3}" destId="{74C2AC23-1216-4E55-9FB0-BE414C6B065D}" srcOrd="2" destOrd="0" presId="urn:microsoft.com/office/officeart/2008/layout/LinedList"/>
    <dgm:cxn modelId="{271FFBB8-5B84-4CD4-AA17-15357E61E0A2}" type="presParOf" srcId="{3F08D9CF-9C77-40DC-A259-5C25BBE374B3}" destId="{9263CD33-992B-4FB0-9A0C-4E9F768972D0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390FA-CD44-4E0B-A679-A87DCE76C809}">
      <dsp:nvSpPr>
        <dsp:cNvPr id="0" name=""/>
        <dsp:cNvSpPr/>
      </dsp:nvSpPr>
      <dsp:spPr>
        <a:xfrm>
          <a:off x="0" y="637"/>
          <a:ext cx="126187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A3233A9-4040-4F93-B1C3-1488A283B9A9}">
      <dsp:nvSpPr>
        <dsp:cNvPr id="0" name=""/>
        <dsp:cNvSpPr/>
      </dsp:nvSpPr>
      <dsp:spPr>
        <a:xfrm>
          <a:off x="0" y="637"/>
          <a:ext cx="2523744" cy="104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(1) 상호명</a:t>
          </a:r>
          <a:endParaRPr lang="ko-KR" altLang="en-US" sz="2700" kern="1200"/>
        </a:p>
      </dsp:txBody>
      <dsp:txXfrm>
        <a:off x="0" y="637"/>
        <a:ext cx="2523744" cy="1044066"/>
      </dsp:txXfrm>
    </dsp:sp>
    <dsp:sp modelId="{97C951B7-BDEE-408E-A0DE-CD1533D6ED68}">
      <dsp:nvSpPr>
        <dsp:cNvPr id="0" name=""/>
        <dsp:cNvSpPr/>
      </dsp:nvSpPr>
      <dsp:spPr>
        <a:xfrm>
          <a:off x="2713024" y="48048"/>
          <a:ext cx="9905695" cy="94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Consolas" pitchFamily="34" charset="0"/>
              <a:ea typeface="Consolas" pitchFamily="34" charset="-122"/>
              <a:cs typeface="Consolas" pitchFamily="34" charset="-120"/>
            </a:rPr>
            <a:t>생각과 행동 (IDEA on Action)</a:t>
          </a:r>
          <a:endParaRPr lang="ko-KR" altLang="en-US" sz="3300" kern="1200"/>
        </a:p>
      </dsp:txBody>
      <dsp:txXfrm>
        <a:off x="2713024" y="48048"/>
        <a:ext cx="9905695" cy="948224"/>
      </dsp:txXfrm>
    </dsp:sp>
    <dsp:sp modelId="{6E424D60-7415-4E63-A1A6-41CFE9DF71D9}">
      <dsp:nvSpPr>
        <dsp:cNvPr id="0" name=""/>
        <dsp:cNvSpPr/>
      </dsp:nvSpPr>
      <dsp:spPr>
        <a:xfrm>
          <a:off x="2523743" y="996272"/>
          <a:ext cx="10094976" cy="0"/>
        </a:xfrm>
        <a:prstGeom prst="line">
          <a:avLst/>
        </a:prstGeom>
        <a:noFill/>
        <a:ln w="635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10D590F-00DA-4857-9519-0F1C829244BC}">
      <dsp:nvSpPr>
        <dsp:cNvPr id="0" name=""/>
        <dsp:cNvSpPr/>
      </dsp:nvSpPr>
      <dsp:spPr>
        <a:xfrm>
          <a:off x="0" y="1044703"/>
          <a:ext cx="126187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E41B11B-F03C-4FCC-A506-86B09FE59EB4}">
      <dsp:nvSpPr>
        <dsp:cNvPr id="0" name=""/>
        <dsp:cNvSpPr/>
      </dsp:nvSpPr>
      <dsp:spPr>
        <a:xfrm>
          <a:off x="0" y="1044703"/>
          <a:ext cx="2523744" cy="104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(2) 사업자번호</a:t>
          </a:r>
          <a:endParaRPr lang="ko-KR" altLang="en-US" sz="2700" kern="1200"/>
        </a:p>
      </dsp:txBody>
      <dsp:txXfrm>
        <a:off x="0" y="1044703"/>
        <a:ext cx="2523744" cy="1044066"/>
      </dsp:txXfrm>
    </dsp:sp>
    <dsp:sp modelId="{1EBC1224-637A-42A0-AC31-898B6333C669}">
      <dsp:nvSpPr>
        <dsp:cNvPr id="0" name=""/>
        <dsp:cNvSpPr/>
      </dsp:nvSpPr>
      <dsp:spPr>
        <a:xfrm>
          <a:off x="2713024" y="1092114"/>
          <a:ext cx="9905695" cy="94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Consolas" pitchFamily="34" charset="0"/>
              <a:ea typeface="Consolas" pitchFamily="34" charset="-122"/>
              <a:cs typeface="Consolas" pitchFamily="34" charset="-120"/>
            </a:rPr>
            <a:t>537-05-01511</a:t>
          </a:r>
          <a:endParaRPr lang="ko-KR" altLang="en-US" sz="3300" kern="1200"/>
        </a:p>
      </dsp:txBody>
      <dsp:txXfrm>
        <a:off x="2713024" y="1092114"/>
        <a:ext cx="9905695" cy="948224"/>
      </dsp:txXfrm>
    </dsp:sp>
    <dsp:sp modelId="{C5801A10-76A8-455E-89EB-F41CCCC58E45}">
      <dsp:nvSpPr>
        <dsp:cNvPr id="0" name=""/>
        <dsp:cNvSpPr/>
      </dsp:nvSpPr>
      <dsp:spPr>
        <a:xfrm>
          <a:off x="2523743" y="2040338"/>
          <a:ext cx="10094976" cy="0"/>
        </a:xfrm>
        <a:prstGeom prst="line">
          <a:avLst/>
        </a:prstGeom>
        <a:noFill/>
        <a:ln w="635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76D0362-120D-4DA6-A728-F6D9EE588AF1}">
      <dsp:nvSpPr>
        <dsp:cNvPr id="0" name=""/>
        <dsp:cNvSpPr/>
      </dsp:nvSpPr>
      <dsp:spPr>
        <a:xfrm>
          <a:off x="0" y="2088769"/>
          <a:ext cx="126187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31F0863-66B9-4507-9BE4-D2C11EC91B10}">
      <dsp:nvSpPr>
        <dsp:cNvPr id="0" name=""/>
        <dsp:cNvSpPr/>
      </dsp:nvSpPr>
      <dsp:spPr>
        <a:xfrm>
          <a:off x="0" y="2088769"/>
          <a:ext cx="2523744" cy="104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(3) URL</a:t>
          </a:r>
          <a:endParaRPr lang="ko-KR" altLang="en-US" sz="2700" kern="1200"/>
        </a:p>
      </dsp:txBody>
      <dsp:txXfrm>
        <a:off x="0" y="2088769"/>
        <a:ext cx="2523744" cy="1044066"/>
      </dsp:txXfrm>
    </dsp:sp>
    <dsp:sp modelId="{65B745CC-4E49-4D68-A636-05179B261D15}">
      <dsp:nvSpPr>
        <dsp:cNvPr id="0" name=""/>
        <dsp:cNvSpPr/>
      </dsp:nvSpPr>
      <dsp:spPr>
        <a:xfrm>
          <a:off x="2713024" y="2136180"/>
          <a:ext cx="9905695" cy="94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Consolas" pitchFamily="34" charset="0"/>
              <a:ea typeface="Consolas" pitchFamily="34" charset="-122"/>
              <a:cs typeface="Consolas" pitchFamily="34" charset="-120"/>
            </a:rPr>
            <a:t>https://www.ideaonaction.ai</a:t>
          </a:r>
          <a:endParaRPr lang="ko-KR" altLang="en-US" sz="3300" kern="1200"/>
        </a:p>
      </dsp:txBody>
      <dsp:txXfrm>
        <a:off x="2713024" y="2136180"/>
        <a:ext cx="9905695" cy="948224"/>
      </dsp:txXfrm>
    </dsp:sp>
    <dsp:sp modelId="{A1D9E4E9-462D-46EF-AD14-DAABB7984878}">
      <dsp:nvSpPr>
        <dsp:cNvPr id="0" name=""/>
        <dsp:cNvSpPr/>
      </dsp:nvSpPr>
      <dsp:spPr>
        <a:xfrm>
          <a:off x="2523743" y="3084404"/>
          <a:ext cx="10094976" cy="0"/>
        </a:xfrm>
        <a:prstGeom prst="line">
          <a:avLst/>
        </a:prstGeom>
        <a:noFill/>
        <a:ln w="635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81B5D513-BC4F-43FE-8B54-D09A59764CEB}">
      <dsp:nvSpPr>
        <dsp:cNvPr id="0" name=""/>
        <dsp:cNvSpPr/>
      </dsp:nvSpPr>
      <dsp:spPr>
        <a:xfrm>
          <a:off x="0" y="3132835"/>
          <a:ext cx="126187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29A54A7-D5A7-4EFB-8E72-6077F33AFBCD}">
      <dsp:nvSpPr>
        <dsp:cNvPr id="0" name=""/>
        <dsp:cNvSpPr/>
      </dsp:nvSpPr>
      <dsp:spPr>
        <a:xfrm>
          <a:off x="0" y="3132835"/>
          <a:ext cx="2523744" cy="104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(4) 테스트 ID</a:t>
          </a:r>
          <a:endParaRPr lang="ko-KR" altLang="en-US" sz="2700" kern="1200"/>
        </a:p>
      </dsp:txBody>
      <dsp:txXfrm>
        <a:off x="0" y="3132835"/>
        <a:ext cx="2523744" cy="1044066"/>
      </dsp:txXfrm>
    </dsp:sp>
    <dsp:sp modelId="{030EAF5D-28C0-4F49-B147-27917E5D6BB8}">
      <dsp:nvSpPr>
        <dsp:cNvPr id="0" name=""/>
        <dsp:cNvSpPr/>
      </dsp:nvSpPr>
      <dsp:spPr>
        <a:xfrm>
          <a:off x="2713024" y="3180246"/>
          <a:ext cx="9905695" cy="94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Consolas" pitchFamily="34" charset="0"/>
              <a:ea typeface="Consolas" pitchFamily="34" charset="-122"/>
              <a:cs typeface="Consolas" pitchFamily="34" charset="-120"/>
            </a:rPr>
            <a:t>toss-review@ideaonaction.ai</a:t>
          </a:r>
          <a:endParaRPr lang="ko-KR" altLang="en-US" sz="3300" kern="1200"/>
        </a:p>
      </dsp:txBody>
      <dsp:txXfrm>
        <a:off x="2713024" y="3180246"/>
        <a:ext cx="9905695" cy="948224"/>
      </dsp:txXfrm>
    </dsp:sp>
    <dsp:sp modelId="{704BF574-E4E4-4C8C-A772-B0F290DE45F1}">
      <dsp:nvSpPr>
        <dsp:cNvPr id="0" name=""/>
        <dsp:cNvSpPr/>
      </dsp:nvSpPr>
      <dsp:spPr>
        <a:xfrm>
          <a:off x="2523743" y="4128470"/>
          <a:ext cx="10094976" cy="0"/>
        </a:xfrm>
        <a:prstGeom prst="line">
          <a:avLst/>
        </a:prstGeom>
        <a:noFill/>
        <a:ln w="635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620F1823-998A-4392-9BAF-BC0ED5A2C161}">
      <dsp:nvSpPr>
        <dsp:cNvPr id="0" name=""/>
        <dsp:cNvSpPr/>
      </dsp:nvSpPr>
      <dsp:spPr>
        <a:xfrm>
          <a:off x="0" y="4176901"/>
          <a:ext cx="12618720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9A3C686-5319-4666-9903-7292CD1D6E3F}">
      <dsp:nvSpPr>
        <dsp:cNvPr id="0" name=""/>
        <dsp:cNvSpPr/>
      </dsp:nvSpPr>
      <dsp:spPr>
        <a:xfrm>
          <a:off x="0" y="4176901"/>
          <a:ext cx="2523744" cy="10440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>
              <a:latin typeface="맑은 고딕" panose="020B0503020000020004" pitchFamily="50" charset="-127"/>
              <a:ea typeface="맑은 고딕" panose="020B0503020000020004" pitchFamily="50" charset="-127"/>
              <a:cs typeface="Geist" pitchFamily="34" charset="-120"/>
            </a:rPr>
            <a:t>(5) 테스트 PW</a:t>
          </a:r>
          <a:endParaRPr lang="ko-KR" altLang="en-US" sz="2700" kern="1200"/>
        </a:p>
      </dsp:txBody>
      <dsp:txXfrm>
        <a:off x="0" y="4176901"/>
        <a:ext cx="2523744" cy="1044066"/>
      </dsp:txXfrm>
    </dsp:sp>
    <dsp:sp modelId="{827886CF-3B7F-4F23-8612-87439E7522EC}">
      <dsp:nvSpPr>
        <dsp:cNvPr id="0" name=""/>
        <dsp:cNvSpPr/>
      </dsp:nvSpPr>
      <dsp:spPr>
        <a:xfrm>
          <a:off x="2713024" y="4224312"/>
          <a:ext cx="9905695" cy="9482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>
              <a:latin typeface="Consolas" pitchFamily="34" charset="0"/>
              <a:ea typeface="Consolas" pitchFamily="34" charset="-122"/>
              <a:cs typeface="Consolas" pitchFamily="34" charset="-120"/>
            </a:rPr>
            <a:t>TossReview2025!</a:t>
          </a:r>
          <a:endParaRPr lang="ko-KR" altLang="en-US" sz="3300" kern="1200"/>
        </a:p>
      </dsp:txBody>
      <dsp:txXfrm>
        <a:off x="2713024" y="4224312"/>
        <a:ext cx="9905695" cy="948224"/>
      </dsp:txXfrm>
    </dsp:sp>
    <dsp:sp modelId="{74C2AC23-1216-4E55-9FB0-BE414C6B065D}">
      <dsp:nvSpPr>
        <dsp:cNvPr id="0" name=""/>
        <dsp:cNvSpPr/>
      </dsp:nvSpPr>
      <dsp:spPr>
        <a:xfrm>
          <a:off x="2523743" y="5172536"/>
          <a:ext cx="10094976" cy="0"/>
        </a:xfrm>
        <a:prstGeom prst="line">
          <a:avLst/>
        </a:prstGeom>
        <a:noFill/>
        <a:ln w="6350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1414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46046-90EF-FCB3-D0FA-6EE2AA97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B1867-E768-73F1-60BA-2575CCB1EF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914AB5-A3E3-E738-DA96-0564E69DD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A479F2-5990-666D-BFD9-502EF281A5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2006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150AC-E286-75FC-CB61-C75CF6B10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4578C-9071-1E8C-4156-F45B46271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E11544-1D64-EA62-65F4-91B80D45C6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FCBA07-2E8D-84E1-0798-1247BB6881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835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64CDC-AD5B-221A-4063-46AD69377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1EBE5-E6F7-2259-672A-BA58A6700A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E2D27B-11D2-4E72-B7F1-181CD22E8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E8289-4DAC-3FC1-25AF-6F1AA1C818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46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84EFA3-D196-5A5B-A67F-540F449A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FB4F7-A2EB-5CFC-7199-A619972DB0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190984-543A-7206-8491-8E3DEF89AA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FA5812-9C6A-FCAC-21C1-7BBC1C070A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6299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A80DB-EB3C-60DF-626F-2EE3ADB5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CE93E-F9D5-9893-0B83-0E963051D2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AD6120-23EA-9BD5-FDB0-AF2C63D68C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F30616-E3D0-672E-E844-CF3F6DF853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635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0A0FF-4EFB-4BD5-00C4-537587CF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F3C756-FF8E-D326-8EAD-D3ED92A4A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CEECFE-695B-DA56-7845-0E363C5D7E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2BA939-B918-8A42-69D8-C4817CE072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3832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127F3-0C68-7EDA-45CF-670429097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FDD7C-26B6-4199-BBDA-47A09E7F9B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4B2776-863D-4263-E96C-137302F14D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F6A622-C488-1838-237F-10BCDDB8762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728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A73E24-940E-E056-DB2F-05F7868F2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C8F705-4829-6E79-8203-280E53772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BE67F2-F3E7-37ED-9DAB-72AC8F6846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D30E79-DAD3-CB67-1B31-EAD6D51D14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296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DCF31-9393-A769-7698-F2FFF3B1A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C5FE35-8CE6-E989-0E65-DAFD166FCA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4632EE-2D9A-3647-9442-D6C71713C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6FBB22-D1C9-761B-6343-C1DA7D890C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6551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4260C-C71D-544F-7ADB-CB072AA39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FF51E-1729-956E-A5C5-7B59C696D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1D167-A00E-77D5-CB73-C042BFEA67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14576C-C3BE-92B9-27EB-CD8A0A6B35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9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1 master">
    <p:bg>
      <p:bgPr>
        <a:solidFill>
          <a:srgbClr val="0F15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>
            <a:extLst>
              <a:ext uri="{FF2B5EF4-FFF2-40B4-BE49-F238E27FC236}">
                <a16:creationId xmlns:a16="http://schemas.microsoft.com/office/drawing/2014/main" id="{5942ACC7-8B61-D09F-5CAA-DB66A9370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1"/>
            <a:ext cx="12617450" cy="788484"/>
          </a:xfrm>
        </p:spPr>
        <p:txBody>
          <a:bodyPr/>
          <a:lstStyle>
            <a:lvl1pPr algn="l">
              <a:defRPr sz="3600" b="1">
                <a:solidFill>
                  <a:schemeClr val="bg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4BEBD64-2FC9-18BE-B548-943567FA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8D9D0B7-A1D5-43F2-B49C-2831D4101F40}" type="datetimeFigureOut">
              <a:rPr lang="ko-KR" altLang="en-US" smtClean="0"/>
              <a:pPr/>
              <a:t>2025-11-19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00EAD9-258F-EB2C-2B20-143AC7D4F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8CE2E7-9FB7-E15A-F5E9-01481BD8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C5AC382-E8A7-45E2-A316-73961D125AD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CAD846-7500-0BA3-F0CE-C931ED87E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475" y="438150"/>
            <a:ext cx="12617450" cy="1590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CCD2DC-5DED-811F-BBF8-F76176F2A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6475" y="2190750"/>
            <a:ext cx="12617450" cy="522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1FD816-79F9-201E-58E2-C024D9ECB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6475" y="7627938"/>
            <a:ext cx="3290888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9D0B7-A1D5-43F2-B49C-2831D4101F40}" type="datetimeFigureOut">
              <a:rPr lang="ko-KR" altLang="en-US" smtClean="0"/>
              <a:t>2025-11-19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42F585-5EE4-2426-27A7-F406A8368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638" y="7627938"/>
            <a:ext cx="49371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373E58-4E64-6B18-4721-20D25333AE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3038" y="7627938"/>
            <a:ext cx="329088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5AC382-E8A7-45E2-A316-73961D125ADD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6" userDrawn="1">
          <p15:clr>
            <a:srgbClr val="F26B43"/>
          </p15:clr>
        </p15:guide>
        <p15:guide id="2" pos="616" userDrawn="1">
          <p15:clr>
            <a:srgbClr val="F26B43"/>
          </p15:clr>
        </p15:guide>
        <p15:guide id="3" pos="8600" userDrawn="1">
          <p15:clr>
            <a:srgbClr val="F26B43"/>
          </p15:clr>
        </p15:guide>
        <p15:guide id="4" orient="horz" pos="467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3056334"/>
            <a:ext cx="7556421" cy="1474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400" b="1" dirty="0">
                <a:solidFill>
                  <a:srgbClr val="F2F5FA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eist Bold" pitchFamily="34" charset="-120"/>
              </a:rPr>
              <a:t>생각과 행동 - 토스페이먼츠 빌링(정기결제) 결제 경로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80190" y="4870728"/>
            <a:ext cx="755642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dirty="0">
                <a:solidFill>
                  <a:srgbClr val="EBEDF0"/>
                </a:solidFill>
                <a:latin typeface="+mj-ea"/>
                <a:ea typeface="+mj-ea"/>
                <a:cs typeface="Geist" pitchFamily="34" charset="-120"/>
              </a:rPr>
              <a:t>상점아이디(MID): </a:t>
            </a:r>
            <a:r>
              <a:rPr lang="en-US" dirty="0">
                <a:solidFill>
                  <a:srgbClr val="EBEDF0"/>
                </a:solidFill>
                <a:highlight>
                  <a:srgbClr val="1D232D"/>
                </a:highlight>
                <a:latin typeface="+mj-ea"/>
                <a:ea typeface="+mj-ea"/>
                <a:cs typeface="Consolas" pitchFamily="34" charset="-120"/>
              </a:rPr>
              <a:t>bill_ideao51b9</a:t>
            </a:r>
            <a:endParaRPr 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>
            <a:extLst>
              <a:ext uri="{FF2B5EF4-FFF2-40B4-BE49-F238E27FC236}">
                <a16:creationId xmlns:a16="http://schemas.microsoft.com/office/drawing/2014/main" id="{36A7F6A9-DB69-0F81-2F13-26627998E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ko-KR" dirty="0">
                <a:solidFill>
                  <a:srgbClr val="FFFFFF"/>
                </a:solidFill>
              </a:rPr>
              <a:t>① </a:t>
            </a:r>
            <a:r>
              <a:rPr lang="ko-KR" altLang="en-US" dirty="0">
                <a:solidFill>
                  <a:srgbClr val="FFFFFF"/>
                </a:solidFill>
              </a:rPr>
              <a:t>가맹점 정보 기재</a:t>
            </a:r>
          </a:p>
        </p:txBody>
      </p:sp>
      <p:graphicFrame>
        <p:nvGraphicFramePr>
          <p:cNvPr id="10" name="다이어그램 9">
            <a:extLst>
              <a:ext uri="{FF2B5EF4-FFF2-40B4-BE49-F238E27FC236}">
                <a16:creationId xmlns:a16="http://schemas.microsoft.com/office/drawing/2014/main" id="{38CF26E6-3E16-7AC2-CAC1-F5748A5BF4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9281376"/>
              </p:ext>
            </p:extLst>
          </p:nvPr>
        </p:nvGraphicFramePr>
        <p:xfrm>
          <a:off x="1005840" y="2190750"/>
          <a:ext cx="12618720" cy="52216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05FC543A-C167-8A70-7486-8D7F36303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91" y="1260000"/>
            <a:ext cx="12308018" cy="6801799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C3984CF2-90E6-E68C-84D9-50434C137C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② 하단 정보 캡처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0A64F12-C306-6E3D-D24C-505F7287D92A}"/>
              </a:ext>
            </a:extLst>
          </p:cNvPr>
          <p:cNvSpPr/>
          <p:nvPr/>
        </p:nvSpPr>
        <p:spPr>
          <a:xfrm>
            <a:off x="5448300" y="6476999"/>
            <a:ext cx="4165600" cy="952501"/>
          </a:xfrm>
          <a:prstGeom prst="roundRect">
            <a:avLst/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343EA9-AEDA-45FE-A5BF-B39BB3342064}"/>
              </a:ext>
            </a:extLst>
          </p:cNvPr>
          <p:cNvSpPr txBox="1"/>
          <p:nvPr/>
        </p:nvSpPr>
        <p:spPr>
          <a:xfrm>
            <a:off x="5155200" y="692842"/>
            <a:ext cx="84973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ko-KR" altLang="en-US" sz="1200" b="1" i="0" dirty="0">
                <a:solidFill>
                  <a:schemeClr val="bg1"/>
                </a:solidFill>
                <a:effectLst/>
                <a:latin typeface="+mn-ea"/>
              </a:rPr>
              <a:t>필수 구성 항목</a:t>
            </a:r>
            <a:r>
              <a:rPr lang="en-US" altLang="ko-KR" sz="1200" b="1" i="0" dirty="0">
                <a:solidFill>
                  <a:schemeClr val="bg1"/>
                </a:solidFill>
                <a:effectLst/>
                <a:latin typeface="+mn-ea"/>
              </a:rPr>
              <a:t>:</a:t>
            </a:r>
            <a:r>
              <a:rPr lang="ko-KR" altLang="en-US" sz="1200" b="1" i="0" dirty="0">
                <a:solidFill>
                  <a:schemeClr val="bg1"/>
                </a:solidFill>
                <a:effectLst/>
                <a:latin typeface="+mn-ea"/>
              </a:rPr>
              <a:t> </a:t>
            </a:r>
            <a:r>
              <a:rPr lang="en-US" altLang="ko-KR" sz="1200" b="1" i="0" dirty="0">
                <a:solidFill>
                  <a:schemeClr val="bg1"/>
                </a:solidFill>
                <a:effectLst/>
                <a:latin typeface="+mn-ea"/>
              </a:rPr>
              <a:t>(1)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+mn-ea"/>
              </a:rPr>
              <a:t>상호명 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+mn-ea"/>
              </a:rPr>
              <a:t>/ (2)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+mn-ea"/>
              </a:rPr>
              <a:t>사업자번호 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+mn-ea"/>
              </a:rPr>
              <a:t>/ (3)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+mn-ea"/>
              </a:rPr>
              <a:t>대표자명 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+mn-ea"/>
              </a:rPr>
              <a:t>/ (4)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+mn-ea"/>
              </a:rPr>
              <a:t>사업자 주소 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+mn-ea"/>
              </a:rPr>
              <a:t>/ (5) 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+mn-ea"/>
              </a:rPr>
              <a:t>통신판매업신고번호 </a:t>
            </a:r>
            <a:r>
              <a:rPr lang="en-US" altLang="ko-KR" sz="1200" b="0" i="0" dirty="0">
                <a:solidFill>
                  <a:schemeClr val="bg1"/>
                </a:solidFill>
                <a:effectLst/>
                <a:latin typeface="+mn-ea"/>
              </a:rPr>
              <a:t>/ (6)</a:t>
            </a:r>
            <a:r>
              <a:rPr lang="ko-KR" altLang="en-US" sz="1200" b="0" i="0" dirty="0">
                <a:solidFill>
                  <a:schemeClr val="bg1"/>
                </a:solidFill>
                <a:effectLst/>
                <a:latin typeface="+mn-ea"/>
              </a:rPr>
              <a:t>유선전화번호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EA90C56F-BE49-0BE2-D324-613108F66859}"/>
              </a:ext>
            </a:extLst>
          </p:cNvPr>
          <p:cNvSpPr/>
          <p:nvPr/>
        </p:nvSpPr>
        <p:spPr>
          <a:xfrm>
            <a:off x="2563200" y="1669189"/>
            <a:ext cx="1800000" cy="285611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00D82-8420-C9C9-67DD-EFBB478C8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79BA918-AAFD-2DB0-BF64-27482E189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24532"/>
            <a:ext cx="12308018" cy="6801799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A0AE9B04-D068-24A0-FCF0-101568387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③ 환불규정 캡처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6C7E6F9E-7FD7-2DC4-03A7-B787F42FA273}"/>
              </a:ext>
            </a:extLst>
          </p:cNvPr>
          <p:cNvSpPr/>
          <p:nvPr/>
        </p:nvSpPr>
        <p:spPr>
          <a:xfrm>
            <a:off x="3365500" y="2602800"/>
            <a:ext cx="8269700" cy="4464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FC93C5-DCFD-1D64-B988-7A88AFD54BB8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무형 상품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3719FBE-C226-116D-1AAA-A4BBDA51BB48}"/>
              </a:ext>
            </a:extLst>
          </p:cNvPr>
          <p:cNvSpPr/>
          <p:nvPr/>
        </p:nvSpPr>
        <p:spPr>
          <a:xfrm>
            <a:off x="2562048" y="1656997"/>
            <a:ext cx="2593152" cy="285612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83454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718E0-3321-B83B-2575-261E7A01F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DD2D7C6-7820-F056-01FB-6EC1999CF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191" y="1234800"/>
            <a:ext cx="12308018" cy="6801799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D7616629-742F-B0EE-5A7E-BA1ACC2B0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④ 로그인 및 회원가입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BA2E7B8-FDC4-875F-EACE-6C26AE443D96}"/>
              </a:ext>
            </a:extLst>
          </p:cNvPr>
          <p:cNvSpPr/>
          <p:nvPr/>
        </p:nvSpPr>
        <p:spPr>
          <a:xfrm>
            <a:off x="5371200" y="3034800"/>
            <a:ext cx="4248000" cy="3816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F3C6F07-3A85-E39F-5063-F1B8928DF71D}"/>
              </a:ext>
            </a:extLst>
          </p:cNvPr>
          <p:cNvSpPr/>
          <p:nvPr/>
        </p:nvSpPr>
        <p:spPr>
          <a:xfrm>
            <a:off x="2562048" y="1656997"/>
            <a:ext cx="2161152" cy="285612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1A851B-B51D-962C-8099-2347FA66C69B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ko-KR" altLang="en-US" sz="2400" b="1" i="0" dirty="0">
                <a:solidFill>
                  <a:schemeClr val="bg1"/>
                </a:solidFill>
                <a:effectLst/>
                <a:latin typeface="+mn-ea"/>
              </a:rPr>
              <a:t>비회원 구매 불가능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04445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5D3546-B7C6-B8F5-0E63-148F2FB054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6454B4F-6DDE-2DA4-17F8-1C41C319E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00954"/>
            <a:ext cx="12308018" cy="6801799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D225FD5D-EF68-C62D-75E9-DABC01794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9FE1B237-02BE-A4DF-ACB7-7C9033359F1E}"/>
              </a:ext>
            </a:extLst>
          </p:cNvPr>
          <p:cNvSpPr/>
          <p:nvPr/>
        </p:nvSpPr>
        <p:spPr>
          <a:xfrm>
            <a:off x="1699200" y="2746799"/>
            <a:ext cx="3888000" cy="4681113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3178B80-F55B-21B8-DF2F-F3C166BD56EB}"/>
              </a:ext>
            </a:extLst>
          </p:cNvPr>
          <p:cNvSpPr/>
          <p:nvPr/>
        </p:nvSpPr>
        <p:spPr>
          <a:xfrm>
            <a:off x="2562048" y="1656997"/>
            <a:ext cx="2449152" cy="285612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74FC46-E499-F1C9-7590-1CF8FBB3911A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1.1.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서비스 목록</a:t>
            </a:r>
            <a:endParaRPr lang="ko-KR" altLang="en-US" sz="2400" b="1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44D18E3-B174-12E1-9FD1-AD8E85884CE9}"/>
              </a:ext>
            </a:extLst>
          </p:cNvPr>
          <p:cNvSpPr/>
          <p:nvPr/>
        </p:nvSpPr>
        <p:spPr>
          <a:xfrm>
            <a:off x="1483012" y="2566798"/>
            <a:ext cx="360000" cy="3600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1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596885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593D9-DAE6-B56C-D528-5D35B5BDC8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B4A00E5-51C2-94D5-1662-D55B69B65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17082"/>
            <a:ext cx="12308018" cy="6801799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DDBD9203-806C-1326-264A-2958628A2C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F222C1C-0FEB-A4A6-9B22-23E0FEC926F7}"/>
              </a:ext>
            </a:extLst>
          </p:cNvPr>
          <p:cNvSpPr/>
          <p:nvPr/>
        </p:nvSpPr>
        <p:spPr>
          <a:xfrm>
            <a:off x="1699200" y="2746799"/>
            <a:ext cx="5760000" cy="4681113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58D41AD5-2FE9-C2F6-68DE-FBF9A1D7408C}"/>
              </a:ext>
            </a:extLst>
          </p:cNvPr>
          <p:cNvSpPr/>
          <p:nvPr/>
        </p:nvSpPr>
        <p:spPr>
          <a:xfrm>
            <a:off x="2562048" y="1656997"/>
            <a:ext cx="3529152" cy="285612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749E18-111B-8AAC-E572-093CD7F58AE6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1.2.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상품 소개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74D2B78-D1CE-ED13-55E5-0386FCF3F9D5}"/>
              </a:ext>
            </a:extLst>
          </p:cNvPr>
          <p:cNvSpPr/>
          <p:nvPr/>
        </p:nvSpPr>
        <p:spPr>
          <a:xfrm>
            <a:off x="1483012" y="2566798"/>
            <a:ext cx="360000" cy="3600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1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36080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96C4C5-F064-728A-FDF3-196E497AA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91B789D-BCC9-D570-9BFE-B3B0BFAC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182" y="1234800"/>
            <a:ext cx="12308018" cy="6801799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D0991EC9-4787-A275-292C-23C75B84B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DC984C1E-448A-DADB-80D8-9114D50E633A}"/>
              </a:ext>
            </a:extLst>
          </p:cNvPr>
          <p:cNvSpPr/>
          <p:nvPr/>
        </p:nvSpPr>
        <p:spPr>
          <a:xfrm>
            <a:off x="6019200" y="3826800"/>
            <a:ext cx="2952000" cy="4104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935EAB-C0F5-D577-EEB1-B69547A5BD7E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2.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상품 선택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6496A5ED-2612-DC94-B8D3-91F63ED96B51}"/>
              </a:ext>
            </a:extLst>
          </p:cNvPr>
          <p:cNvSpPr/>
          <p:nvPr/>
        </p:nvSpPr>
        <p:spPr>
          <a:xfrm>
            <a:off x="5911200" y="7067912"/>
            <a:ext cx="360000" cy="3600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2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A0D5AB65-FE8D-E0F6-36C7-F6B941219FA2}"/>
              </a:ext>
            </a:extLst>
          </p:cNvPr>
          <p:cNvSpPr/>
          <p:nvPr/>
        </p:nvSpPr>
        <p:spPr>
          <a:xfrm>
            <a:off x="10803217" y="7146446"/>
            <a:ext cx="2415983" cy="68797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38B0353-E716-CA4F-2FFD-E8BC2ECB966D}"/>
              </a:ext>
            </a:extLst>
          </p:cNvPr>
          <p:cNvSpPr/>
          <p:nvPr/>
        </p:nvSpPr>
        <p:spPr>
          <a:xfrm>
            <a:off x="2563200" y="1702224"/>
            <a:ext cx="3456000" cy="216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3341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098DA-8BC1-01D1-98D2-7138ED3E7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65C11875-BF4C-CFD3-B262-AEB797D6A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26634"/>
            <a:ext cx="12336597" cy="6773220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01412AA7-253B-4FA9-0648-2B7C606643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139625BE-EC18-02DD-5C0A-51A726C94110}"/>
              </a:ext>
            </a:extLst>
          </p:cNvPr>
          <p:cNvSpPr/>
          <p:nvPr/>
        </p:nvSpPr>
        <p:spPr>
          <a:xfrm>
            <a:off x="9547200" y="4870801"/>
            <a:ext cx="3024000" cy="360002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908DDA-1BEB-189A-8BA4-7462E9CE5584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3.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카드 등록 및 구독 시작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9E394334-2332-1542-9E0C-8651CDC07328}"/>
              </a:ext>
            </a:extLst>
          </p:cNvPr>
          <p:cNvSpPr/>
          <p:nvPr/>
        </p:nvSpPr>
        <p:spPr>
          <a:xfrm>
            <a:off x="9250475" y="4690800"/>
            <a:ext cx="360000" cy="3600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3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8C16F779-F96E-21B1-D534-87D02D9AFAF0}"/>
              </a:ext>
            </a:extLst>
          </p:cNvPr>
          <p:cNvSpPr/>
          <p:nvPr/>
        </p:nvSpPr>
        <p:spPr>
          <a:xfrm>
            <a:off x="2563200" y="1702224"/>
            <a:ext cx="5904000" cy="216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15370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FF5A8D-BAD4-4F6B-6152-073C4A9BD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A62330-D91F-AB1D-50A4-B86857047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26634"/>
            <a:ext cx="12336597" cy="6773220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C8FD27D2-2489-F03B-AA0B-388EA0150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74AF844-A5AC-5706-1328-8B863479B912}"/>
              </a:ext>
            </a:extLst>
          </p:cNvPr>
          <p:cNvSpPr/>
          <p:nvPr/>
        </p:nvSpPr>
        <p:spPr>
          <a:xfrm>
            <a:off x="5083200" y="6497853"/>
            <a:ext cx="4824000" cy="360001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B44CCD-62A4-A2FF-FC1B-EE94EC53A433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4.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카드 등록하고 구독 시작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408C0E1-1ED0-ED7F-43BF-EE9BBFD85E41}"/>
              </a:ext>
            </a:extLst>
          </p:cNvPr>
          <p:cNvSpPr/>
          <p:nvPr/>
        </p:nvSpPr>
        <p:spPr>
          <a:xfrm>
            <a:off x="4786475" y="6317852"/>
            <a:ext cx="360000" cy="3600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4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7E39D261-2A62-5696-1643-128348EDBF0B}"/>
              </a:ext>
            </a:extLst>
          </p:cNvPr>
          <p:cNvSpPr/>
          <p:nvPr/>
        </p:nvSpPr>
        <p:spPr>
          <a:xfrm>
            <a:off x="2563200" y="1702224"/>
            <a:ext cx="5544000" cy="216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784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A3010-B894-5A13-E4CA-493461E89B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3FBAD37-C8EC-E48E-BD94-1FD58043B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26634"/>
            <a:ext cx="12336597" cy="6773220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6F99A8F3-87F7-BF3C-EC64-319AF17BA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93E8789-8D4D-ACCF-A2C6-AEDB27AC584B}"/>
              </a:ext>
            </a:extLst>
          </p:cNvPr>
          <p:cNvSpPr/>
          <p:nvPr/>
        </p:nvSpPr>
        <p:spPr>
          <a:xfrm>
            <a:off x="6955200" y="6951633"/>
            <a:ext cx="2808000" cy="360002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FC556D-B769-A12E-F3B9-2296C66D49B7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카드 등록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32C57563-EA8A-63A0-9DE7-B01A8F854F21}"/>
              </a:ext>
            </a:extLst>
          </p:cNvPr>
          <p:cNvSpPr/>
          <p:nvPr/>
        </p:nvSpPr>
        <p:spPr>
          <a:xfrm>
            <a:off x="6658475" y="6820399"/>
            <a:ext cx="360000" cy="3600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5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57297EE-A24B-E66C-F6CD-14B91DF9FA55}"/>
              </a:ext>
            </a:extLst>
          </p:cNvPr>
          <p:cNvSpPr/>
          <p:nvPr/>
        </p:nvSpPr>
        <p:spPr>
          <a:xfrm>
            <a:off x="2563200" y="1702224"/>
            <a:ext cx="6048000" cy="216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72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5017-DC30-0786-185E-761FA8025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F90E2EB-1B66-702F-0501-3A2AE8034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15450"/>
            <a:ext cx="12336597" cy="6773220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54101403-87E1-3416-B6A7-E7402373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69A0E4F-D337-A7D7-3591-CA25FD545E31}"/>
              </a:ext>
            </a:extLst>
          </p:cNvPr>
          <p:cNvSpPr/>
          <p:nvPr/>
        </p:nvSpPr>
        <p:spPr>
          <a:xfrm>
            <a:off x="4579200" y="7226961"/>
            <a:ext cx="5832000" cy="655071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B3BB9-B605-24D5-1EE5-08624ECDC271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5.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결제하기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51FB0A10-960A-5DA9-F0D1-11BCE7576044}"/>
              </a:ext>
            </a:extLst>
          </p:cNvPr>
          <p:cNvSpPr/>
          <p:nvPr/>
        </p:nvSpPr>
        <p:spPr>
          <a:xfrm>
            <a:off x="4282475" y="7095728"/>
            <a:ext cx="360000" cy="360001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latin typeface="+mj-ea"/>
                <a:ea typeface="+mj-ea"/>
              </a:rPr>
              <a:t>5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85C3BC-5CCF-B612-AD26-0DCA05EA843B}"/>
              </a:ext>
            </a:extLst>
          </p:cNvPr>
          <p:cNvSpPr/>
          <p:nvPr/>
        </p:nvSpPr>
        <p:spPr>
          <a:xfrm>
            <a:off x="2563200" y="1702224"/>
            <a:ext cx="6048000" cy="216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0705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5E6EB-C30D-E68E-7BA8-24C567AAD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D07F2BF-BB17-10C4-5080-6612BB88A1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388" y="1226634"/>
            <a:ext cx="12308018" cy="6801799"/>
          </a:xfrm>
          <a:prstGeom prst="rect">
            <a:avLst/>
          </a:prstGeom>
        </p:spPr>
      </p:pic>
      <p:sp>
        <p:nvSpPr>
          <p:cNvPr id="11" name="제목 10">
            <a:extLst>
              <a:ext uri="{FF2B5EF4-FFF2-40B4-BE49-F238E27FC236}">
                <a16:creationId xmlns:a16="http://schemas.microsoft.com/office/drawing/2014/main" id="{8BD53877-A59A-F6EA-3363-8F7D500B8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⑤ 상품 선택</a:t>
            </a:r>
            <a:r>
              <a:rPr lang="en-US" altLang="ko-KR" dirty="0"/>
              <a:t>/</a:t>
            </a:r>
            <a:r>
              <a:rPr lang="ko-KR" altLang="en-US" dirty="0"/>
              <a:t>구매과정</a:t>
            </a: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AB9040A6-3C67-F204-2A1B-A59855350992}"/>
              </a:ext>
            </a:extLst>
          </p:cNvPr>
          <p:cNvSpPr/>
          <p:nvPr/>
        </p:nvSpPr>
        <p:spPr>
          <a:xfrm>
            <a:off x="9691201" y="4978801"/>
            <a:ext cx="3240000" cy="504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E7FE17-6423-7209-CD3F-085240B4706E}"/>
              </a:ext>
            </a:extLst>
          </p:cNvPr>
          <p:cNvSpPr txBox="1"/>
          <p:nvPr/>
        </p:nvSpPr>
        <p:spPr>
          <a:xfrm>
            <a:off x="7315200" y="601560"/>
            <a:ext cx="6337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buNone/>
            </a:pPr>
            <a:r>
              <a:rPr lang="en-US" altLang="ko-KR" sz="2400" b="1" dirty="0">
                <a:solidFill>
                  <a:schemeClr val="bg1"/>
                </a:solidFill>
                <a:latin typeface="+mn-ea"/>
              </a:rPr>
              <a:t>6. </a:t>
            </a:r>
            <a:r>
              <a:rPr lang="ko-KR" altLang="en-US" sz="2400" b="1" dirty="0">
                <a:solidFill>
                  <a:schemeClr val="bg1"/>
                </a:solidFill>
                <a:latin typeface="+mn-ea"/>
              </a:rPr>
              <a:t>주문 내역 보기</a:t>
            </a:r>
            <a:endParaRPr lang="ko-KR" altLang="en-US" sz="2400" b="0" i="0" dirty="0">
              <a:solidFill>
                <a:schemeClr val="bg1"/>
              </a:solidFill>
              <a:effectLst/>
              <a:latin typeface="+mn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2B20DEE-BD1F-8A7E-6511-88808341BD7D}"/>
              </a:ext>
            </a:extLst>
          </p:cNvPr>
          <p:cNvSpPr/>
          <p:nvPr/>
        </p:nvSpPr>
        <p:spPr>
          <a:xfrm>
            <a:off x="2563200" y="1702224"/>
            <a:ext cx="4752000" cy="216000"/>
          </a:xfrm>
          <a:prstGeom prst="roundRect">
            <a:avLst>
              <a:gd name="adj" fmla="val 6131"/>
            </a:avLst>
          </a:prstGeom>
          <a:noFill/>
          <a:ln w="28575" cap="flat" cmpd="sng" algn="ctr">
            <a:solidFill>
              <a:schemeClr val="accent2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7151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401</TotalTime>
  <Words>212</Words>
  <Application>Microsoft Office PowerPoint</Application>
  <PresentationFormat>사용자 지정</PresentationFormat>
  <Paragraphs>55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Consolas</vt:lpstr>
      <vt:lpstr>Calibri</vt:lpstr>
      <vt:lpstr>Arial</vt:lpstr>
      <vt:lpstr>Calibri Light</vt:lpstr>
      <vt:lpstr>Office Theme</vt:lpstr>
      <vt:lpstr>PowerPoint 프레젠테이션</vt:lpstr>
      <vt:lpstr>① 가맹점 정보 기재</vt:lpstr>
      <vt:lpstr>② 하단 정보 캡처</vt:lpstr>
      <vt:lpstr>③ 환불규정 캡처</vt:lpstr>
      <vt:lpstr>④ 로그인 및 회원가입</vt:lpstr>
      <vt:lpstr>⑤ 상품 선택/구매과정</vt:lpstr>
      <vt:lpstr>⑤ 상품 선택/구매과정</vt:lpstr>
      <vt:lpstr>⑤ 상품 선택/구매과정</vt:lpstr>
      <vt:lpstr>⑤ 상품 선택/구매과정</vt:lpstr>
      <vt:lpstr>⑤ 상품 선택/구매과정</vt:lpstr>
      <vt:lpstr>⑤ 상품 선택/구매과정</vt:lpstr>
      <vt:lpstr>⑤ 상품 선택/구매과정</vt:lpstr>
      <vt:lpstr>⑤ 상품 선택/구매과정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민원 서</cp:lastModifiedBy>
  <cp:revision>7</cp:revision>
  <dcterms:created xsi:type="dcterms:W3CDTF">2025-11-18T23:14:26Z</dcterms:created>
  <dcterms:modified xsi:type="dcterms:W3CDTF">2025-11-19T06:59:17Z</dcterms:modified>
</cp:coreProperties>
</file>